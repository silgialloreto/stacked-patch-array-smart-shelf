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70" r:id="rId7"/>
    <p:sldId id="263" r:id="rId8"/>
    <p:sldId id="264" r:id="rId9"/>
    <p:sldId id="268" r:id="rId10"/>
    <p:sldId id="269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C9A"/>
    <a:srgbClr val="3E4854"/>
    <a:srgbClr val="CFD5EA"/>
    <a:srgbClr val="317DB7"/>
    <a:srgbClr val="002776"/>
    <a:srgbClr val="002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CBB3A-B7AC-193D-258C-4D226B39436F}" v="9" dt="2025-01-27T17:25:36.027"/>
    <p1510:client id="{3375CCC6-16F5-4AE7-EFAD-524B20196D7F}" v="65" dt="2025-01-28T10:36:53.023"/>
    <p1510:client id="{36015602-1B5C-1CFF-3D3E-D65B77B32D37}" v="61" dt="2025-01-28T13:24:13.194"/>
    <p1510:client id="{37B66250-0021-9B7F-CC35-F3617BABD4C5}" v="172" dt="2025-01-27T15:14:18.090"/>
    <p1510:client id="{5122A6AB-FF62-2DDD-230D-F42A30F8B38C}" v="1" dt="2025-01-28T09:47:26.104"/>
    <p1510:client id="{68778DA7-39CF-7A72-A1B7-4EDD7F9028AF}" v="821" dt="2025-01-27T18:30:33.805"/>
    <p1510:client id="{7245334D-D5DE-4289-898F-E42AE7AB90EF}" v="5297" dt="2025-01-28T14:16:34.740"/>
    <p1510:client id="{8952DD64-2045-3AAE-F971-A366790F30F7}" v="415" dt="2025-01-27T15:13:22.694"/>
    <p1510:client id="{98112193-E6F7-4FBF-540D-81E9E58216C4}" v="1160" dt="2025-01-27T17:18:00.852"/>
    <p1510:client id="{A3074A56-6DC3-B356-0ECF-BD85E3EA3508}" v="73" dt="2025-01-28T13:50:32.509"/>
    <p1510:client id="{A76EB819-0BB5-9552-121E-5437934F263D}" v="255" dt="2025-01-28T13:48:57.806"/>
    <p1510:client id="{C68946CD-F9C4-670B-6071-6D0B62F1DF18}" v="54" dt="2025-01-28T09:55:21.403"/>
    <p1510:client id="{C7DA469D-8525-6486-ED80-99BF5339C909}" v="8" dt="2025-01-28T09:48:53.720"/>
    <p1510:client id="{E59B78BB-6140-8537-C3E0-03CE143F97EA}" v="6" dt="2025-01-28T10:50:41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Stile con tema 2 - Color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B3738-CA3E-4FC7-AC90-D16E58FCF2F9}" type="doc">
      <dgm:prSet loTypeId="urn:microsoft.com/office/officeart/2005/8/layout/vList2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FF1BB369-C993-4D07-8648-DED3E0EEB966}">
      <dgm:prSet phldrT="[Testo]"/>
      <dgm:spPr>
        <a:solidFill>
          <a:srgbClr val="3E4854"/>
        </a:solidFill>
      </dgm:spPr>
      <dgm:t>
        <a:bodyPr/>
        <a:lstStyle/>
        <a:p>
          <a:r>
            <a:rPr lang="it-IT" b="1">
              <a:latin typeface="Calibri"/>
              <a:ea typeface="Calibri"/>
              <a:cs typeface="Calibri"/>
            </a:rPr>
            <a:t>Application Context</a:t>
          </a:r>
        </a:p>
      </dgm:t>
    </dgm:pt>
    <dgm:pt modelId="{0EC9BC38-446F-4564-872D-AE38DADB6C02}" type="parTrans" cxnId="{B594E458-A3E1-43B1-AF81-4A0246784640}">
      <dgm:prSet/>
      <dgm:spPr/>
      <dgm:t>
        <a:bodyPr/>
        <a:lstStyle/>
        <a:p>
          <a:endParaRPr lang="it-IT"/>
        </a:p>
      </dgm:t>
    </dgm:pt>
    <dgm:pt modelId="{F960C655-A8C9-4285-8369-5ECFC5F6B1F6}" type="sibTrans" cxnId="{B594E458-A3E1-43B1-AF81-4A0246784640}">
      <dgm:prSet/>
      <dgm:spPr/>
      <dgm:t>
        <a:bodyPr/>
        <a:lstStyle/>
        <a:p>
          <a:endParaRPr lang="it-IT"/>
        </a:p>
      </dgm:t>
    </dgm:pt>
    <dgm:pt modelId="{D5BB27DE-91F8-4602-80C1-BD3BFD1D7F2F}">
      <dgm:prSet phldrT="[Testo]"/>
      <dgm:spPr>
        <a:solidFill>
          <a:srgbClr val="3E4854"/>
        </a:solidFill>
      </dgm:spPr>
      <dgm:t>
        <a:bodyPr/>
        <a:lstStyle/>
        <a:p>
          <a:r>
            <a:rPr lang="it-IT" b="1">
              <a:latin typeface="Calibri"/>
              <a:ea typeface="Calibri"/>
              <a:cs typeface="Calibri"/>
            </a:rPr>
            <a:t>Manual Implementation</a:t>
          </a:r>
        </a:p>
      </dgm:t>
    </dgm:pt>
    <dgm:pt modelId="{B9A23F15-5AB9-4961-8AAA-5EC2FF7FD43E}" type="parTrans" cxnId="{C0B0F0EE-3EA5-445D-BCC3-F600A7E5CA3F}">
      <dgm:prSet/>
      <dgm:spPr/>
      <dgm:t>
        <a:bodyPr/>
        <a:lstStyle/>
        <a:p>
          <a:endParaRPr lang="it-IT"/>
        </a:p>
      </dgm:t>
    </dgm:pt>
    <dgm:pt modelId="{0F0DED44-8DBB-4D37-AD7A-D056AE30BE7E}" type="sibTrans" cxnId="{C0B0F0EE-3EA5-445D-BCC3-F600A7E5CA3F}">
      <dgm:prSet/>
      <dgm:spPr/>
      <dgm:t>
        <a:bodyPr/>
        <a:lstStyle/>
        <a:p>
          <a:endParaRPr lang="it-IT"/>
        </a:p>
      </dgm:t>
    </dgm:pt>
    <dgm:pt modelId="{E72CF466-D1C5-499C-8039-5205E027CF14}">
      <dgm:prSet phldrT="[Testo]"/>
      <dgm:spPr>
        <a:solidFill>
          <a:srgbClr val="3E4854"/>
        </a:solidFill>
      </dgm:spPr>
      <dgm:t>
        <a:bodyPr/>
        <a:lstStyle/>
        <a:p>
          <a:pPr rtl="0"/>
          <a:r>
            <a:rPr lang="it-IT" b="1">
              <a:latin typeface="Calibri"/>
              <a:ea typeface="Calibri"/>
              <a:cs typeface="Calibri"/>
            </a:rPr>
            <a:t>Interaction with AI</a:t>
          </a:r>
        </a:p>
      </dgm:t>
    </dgm:pt>
    <dgm:pt modelId="{9D56D84A-6FFF-46F7-BC93-44B33B97FDCF}" type="parTrans" cxnId="{483C1C91-8E43-4CC3-A402-E7CCD1B40613}">
      <dgm:prSet/>
      <dgm:spPr/>
      <dgm:t>
        <a:bodyPr/>
        <a:lstStyle/>
        <a:p>
          <a:endParaRPr lang="it-IT"/>
        </a:p>
      </dgm:t>
    </dgm:pt>
    <dgm:pt modelId="{5DEC686C-7CDE-404D-A63B-E4A98C56192E}" type="sibTrans" cxnId="{483C1C91-8E43-4CC3-A402-E7CCD1B40613}">
      <dgm:prSet/>
      <dgm:spPr/>
      <dgm:t>
        <a:bodyPr/>
        <a:lstStyle/>
        <a:p>
          <a:endParaRPr lang="it-IT"/>
        </a:p>
      </dgm:t>
    </dgm:pt>
    <dgm:pt modelId="{434A6D47-2BA5-40D7-98BC-0BF5E77CAE86}">
      <dgm:prSet/>
      <dgm:spPr>
        <a:solidFill>
          <a:srgbClr val="3E4854"/>
        </a:solidFill>
      </dgm:spPr>
      <dgm:t>
        <a:bodyPr/>
        <a:lstStyle/>
        <a:p>
          <a:r>
            <a:rPr lang="it-IT" b="1">
              <a:latin typeface="Calibri"/>
              <a:ea typeface="Calibri"/>
              <a:cs typeface="Calibri"/>
            </a:rPr>
            <a:t>Comparisons</a:t>
          </a:r>
        </a:p>
      </dgm:t>
    </dgm:pt>
    <dgm:pt modelId="{597AA7FC-2DA6-47D4-A49A-231A1B5B0770}" type="parTrans" cxnId="{0FBF9108-FC0D-4E72-8F8D-1DB9B1BFD81A}">
      <dgm:prSet/>
      <dgm:spPr/>
      <dgm:t>
        <a:bodyPr/>
        <a:lstStyle/>
        <a:p>
          <a:endParaRPr lang="it-IT"/>
        </a:p>
      </dgm:t>
    </dgm:pt>
    <dgm:pt modelId="{C53224F4-6717-4599-8AEE-CB76C81EF34B}" type="sibTrans" cxnId="{0FBF9108-FC0D-4E72-8F8D-1DB9B1BFD81A}">
      <dgm:prSet/>
      <dgm:spPr/>
      <dgm:t>
        <a:bodyPr/>
        <a:lstStyle/>
        <a:p>
          <a:endParaRPr lang="it-IT"/>
        </a:p>
      </dgm:t>
    </dgm:pt>
    <dgm:pt modelId="{E5DBEF81-BBD6-4FA3-A42E-C14BA23CEBB5}" type="pres">
      <dgm:prSet presAssocID="{4E5B3738-CA3E-4FC7-AC90-D16E58FCF2F9}" presName="linear" presStyleCnt="0">
        <dgm:presLayoutVars>
          <dgm:animLvl val="lvl"/>
          <dgm:resizeHandles val="exact"/>
        </dgm:presLayoutVars>
      </dgm:prSet>
      <dgm:spPr/>
    </dgm:pt>
    <dgm:pt modelId="{BA0AFA58-412B-4114-AE3C-83687E71377D}" type="pres">
      <dgm:prSet presAssocID="{FF1BB369-C993-4D07-8648-DED3E0EEB966}" presName="parentText" presStyleLbl="node1" presStyleIdx="0" presStyleCnt="4" custLinFactNeighborX="535" custLinFactNeighborY="-14699">
        <dgm:presLayoutVars>
          <dgm:chMax val="0"/>
          <dgm:bulletEnabled val="1"/>
        </dgm:presLayoutVars>
      </dgm:prSet>
      <dgm:spPr/>
    </dgm:pt>
    <dgm:pt modelId="{79E15A50-1A14-4586-A28B-B02019B87BFA}" type="pres">
      <dgm:prSet presAssocID="{F960C655-A8C9-4285-8369-5ECFC5F6B1F6}" presName="spacer" presStyleCnt="0"/>
      <dgm:spPr/>
    </dgm:pt>
    <dgm:pt modelId="{A37F604D-CEC0-42A9-A38D-BB98172CC25B}" type="pres">
      <dgm:prSet presAssocID="{D5BB27DE-91F8-4602-80C1-BD3BFD1D7F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E16E9C-4698-4980-9E64-0F9FDD09F6DB}" type="pres">
      <dgm:prSet presAssocID="{0F0DED44-8DBB-4D37-AD7A-D056AE30BE7E}" presName="spacer" presStyleCnt="0"/>
      <dgm:spPr/>
    </dgm:pt>
    <dgm:pt modelId="{60CB6C4D-1A69-4B99-B0B1-DFC1C8316D23}" type="pres">
      <dgm:prSet presAssocID="{E72CF466-D1C5-499C-8039-5205E027CF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8DD5F7-07E7-4976-A651-3326804794A6}" type="pres">
      <dgm:prSet presAssocID="{5DEC686C-7CDE-404D-A63B-E4A98C56192E}" presName="spacer" presStyleCnt="0"/>
      <dgm:spPr/>
    </dgm:pt>
    <dgm:pt modelId="{46EE334D-723F-4900-A341-2C66B84DEE4A}" type="pres">
      <dgm:prSet presAssocID="{434A6D47-2BA5-40D7-98BC-0BF5E77CAE8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BF9108-FC0D-4E72-8F8D-1DB9B1BFD81A}" srcId="{4E5B3738-CA3E-4FC7-AC90-D16E58FCF2F9}" destId="{434A6D47-2BA5-40D7-98BC-0BF5E77CAE86}" srcOrd="3" destOrd="0" parTransId="{597AA7FC-2DA6-47D4-A49A-231A1B5B0770}" sibTransId="{C53224F4-6717-4599-8AEE-CB76C81EF34B}"/>
    <dgm:cxn modelId="{FA1F440A-51CA-4F31-B50F-7F50351FFD70}" type="presOf" srcId="{FF1BB369-C993-4D07-8648-DED3E0EEB966}" destId="{BA0AFA58-412B-4114-AE3C-83687E71377D}" srcOrd="0" destOrd="0" presId="urn:microsoft.com/office/officeart/2005/8/layout/vList2"/>
    <dgm:cxn modelId="{B594E458-A3E1-43B1-AF81-4A0246784640}" srcId="{4E5B3738-CA3E-4FC7-AC90-D16E58FCF2F9}" destId="{FF1BB369-C993-4D07-8648-DED3E0EEB966}" srcOrd="0" destOrd="0" parTransId="{0EC9BC38-446F-4564-872D-AE38DADB6C02}" sibTransId="{F960C655-A8C9-4285-8369-5ECFC5F6B1F6}"/>
    <dgm:cxn modelId="{1FF10059-BD86-4144-B9E3-15AD796CB186}" type="presOf" srcId="{E72CF466-D1C5-499C-8039-5205E027CF14}" destId="{60CB6C4D-1A69-4B99-B0B1-DFC1C8316D23}" srcOrd="0" destOrd="0" presId="urn:microsoft.com/office/officeart/2005/8/layout/vList2"/>
    <dgm:cxn modelId="{46AB137E-8487-4B46-884F-5B3571B32957}" type="presOf" srcId="{D5BB27DE-91F8-4602-80C1-BD3BFD1D7F2F}" destId="{A37F604D-CEC0-42A9-A38D-BB98172CC25B}" srcOrd="0" destOrd="0" presId="urn:microsoft.com/office/officeart/2005/8/layout/vList2"/>
    <dgm:cxn modelId="{06042884-3943-47B6-9F86-DFAD8E039916}" type="presOf" srcId="{434A6D47-2BA5-40D7-98BC-0BF5E77CAE86}" destId="{46EE334D-723F-4900-A341-2C66B84DEE4A}" srcOrd="0" destOrd="0" presId="urn:microsoft.com/office/officeart/2005/8/layout/vList2"/>
    <dgm:cxn modelId="{483C1C91-8E43-4CC3-A402-E7CCD1B40613}" srcId="{4E5B3738-CA3E-4FC7-AC90-D16E58FCF2F9}" destId="{E72CF466-D1C5-499C-8039-5205E027CF14}" srcOrd="2" destOrd="0" parTransId="{9D56D84A-6FFF-46F7-BC93-44B33B97FDCF}" sibTransId="{5DEC686C-7CDE-404D-A63B-E4A98C56192E}"/>
    <dgm:cxn modelId="{D460A4C8-3CCF-4A5E-9485-2FAD5B42AE53}" type="presOf" srcId="{4E5B3738-CA3E-4FC7-AC90-D16E58FCF2F9}" destId="{E5DBEF81-BBD6-4FA3-A42E-C14BA23CEBB5}" srcOrd="0" destOrd="0" presId="urn:microsoft.com/office/officeart/2005/8/layout/vList2"/>
    <dgm:cxn modelId="{C0B0F0EE-3EA5-445D-BCC3-F600A7E5CA3F}" srcId="{4E5B3738-CA3E-4FC7-AC90-D16E58FCF2F9}" destId="{D5BB27DE-91F8-4602-80C1-BD3BFD1D7F2F}" srcOrd="1" destOrd="0" parTransId="{B9A23F15-5AB9-4961-8AAA-5EC2FF7FD43E}" sibTransId="{0F0DED44-8DBB-4D37-AD7A-D056AE30BE7E}"/>
    <dgm:cxn modelId="{392F4350-6139-4BC2-8C47-D2F2B9D04269}" type="presParOf" srcId="{E5DBEF81-BBD6-4FA3-A42E-C14BA23CEBB5}" destId="{BA0AFA58-412B-4114-AE3C-83687E71377D}" srcOrd="0" destOrd="0" presId="urn:microsoft.com/office/officeart/2005/8/layout/vList2"/>
    <dgm:cxn modelId="{53B01FAB-96A7-4DD6-AA31-1DA54D2EA7B8}" type="presParOf" srcId="{E5DBEF81-BBD6-4FA3-A42E-C14BA23CEBB5}" destId="{79E15A50-1A14-4586-A28B-B02019B87BFA}" srcOrd="1" destOrd="0" presId="urn:microsoft.com/office/officeart/2005/8/layout/vList2"/>
    <dgm:cxn modelId="{01FCE36E-F1F1-4052-8CD7-6D11CB27FA38}" type="presParOf" srcId="{E5DBEF81-BBD6-4FA3-A42E-C14BA23CEBB5}" destId="{A37F604D-CEC0-42A9-A38D-BB98172CC25B}" srcOrd="2" destOrd="0" presId="urn:microsoft.com/office/officeart/2005/8/layout/vList2"/>
    <dgm:cxn modelId="{16F33A7E-AA8E-476B-A361-C8A33FD5AF76}" type="presParOf" srcId="{E5DBEF81-BBD6-4FA3-A42E-C14BA23CEBB5}" destId="{69E16E9C-4698-4980-9E64-0F9FDD09F6DB}" srcOrd="3" destOrd="0" presId="urn:microsoft.com/office/officeart/2005/8/layout/vList2"/>
    <dgm:cxn modelId="{AD51F3D9-B89E-4170-9469-C9815883B65E}" type="presParOf" srcId="{E5DBEF81-BBD6-4FA3-A42E-C14BA23CEBB5}" destId="{60CB6C4D-1A69-4B99-B0B1-DFC1C8316D23}" srcOrd="4" destOrd="0" presId="urn:microsoft.com/office/officeart/2005/8/layout/vList2"/>
    <dgm:cxn modelId="{DA572932-4854-484E-86FA-57C4B5358973}" type="presParOf" srcId="{E5DBEF81-BBD6-4FA3-A42E-C14BA23CEBB5}" destId="{A68DD5F7-07E7-4976-A651-3326804794A6}" srcOrd="5" destOrd="0" presId="urn:microsoft.com/office/officeart/2005/8/layout/vList2"/>
    <dgm:cxn modelId="{F581BB59-D06F-4978-9849-8659A164EBB7}" type="presParOf" srcId="{E5DBEF81-BBD6-4FA3-A42E-C14BA23CEBB5}" destId="{46EE334D-723F-4900-A341-2C66B84DEE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C5A8C0-8B8A-471A-A4CD-3EA4ECFDCB11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it-IT"/>
        </a:p>
      </dgm:t>
    </dgm:pt>
    <dgm:pt modelId="{90BE2182-D931-4C1F-9DBD-D7D686847FEA}">
      <dgm:prSet phldrT="[Testo]" custT="1"/>
      <dgm:spPr>
        <a:solidFill>
          <a:srgbClr val="169C9A"/>
        </a:solidFill>
      </dgm:spPr>
      <dgm:t>
        <a:bodyPr/>
        <a:lstStyle/>
        <a:p>
          <a:pPr algn="ctr" rtl="0"/>
          <a:endParaRPr lang="it-IT" sz="1900" b="1">
            <a:solidFill>
              <a:schemeClr val="tx1"/>
            </a:solidFill>
          </a:endParaRPr>
        </a:p>
        <a:p>
          <a:pPr algn="ctr" rtl="0"/>
          <a:r>
            <a:rPr lang="it-IT" sz="1900" b="1">
              <a:solidFill>
                <a:schemeClr val="tx1"/>
              </a:solidFill>
            </a:rPr>
            <a:t>Food</a:t>
          </a:r>
          <a:r>
            <a:rPr lang="it-IT" sz="1900" b="1" baseline="0">
              <a:solidFill>
                <a:schemeClr val="tx1"/>
              </a:solidFill>
            </a:rPr>
            <a:t> </a:t>
          </a:r>
          <a:r>
            <a:rPr lang="it-IT" sz="1900" b="1" baseline="0" err="1">
              <a:solidFill>
                <a:schemeClr val="tx1"/>
              </a:solidFill>
            </a:rPr>
            <a:t>shelves</a:t>
          </a:r>
          <a:endParaRPr lang="it-IT" sz="1900" b="1" baseline="0">
            <a:solidFill>
              <a:schemeClr val="tx1"/>
            </a:solidFill>
          </a:endParaRPr>
        </a:p>
        <a:p>
          <a:pPr algn="ctr" rtl="0"/>
          <a:r>
            <a:rPr lang="it-IT" sz="1800" b="1" baseline="0">
              <a:solidFill>
                <a:schemeClr val="tx1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rPr>
            <a:t>-</a:t>
          </a:r>
          <a:r>
            <a:rPr lang="it-IT" sz="1800" b="1" baseline="0" err="1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Integrated</a:t>
          </a:r>
          <a:r>
            <a:rPr lang="it-IT" sz="1800" b="1" baseline="0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 </a:t>
          </a:r>
          <a:r>
            <a:rPr lang="it-IT" sz="1800" b="1" baseline="0" err="1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sensors</a:t>
          </a:r>
          <a:r>
            <a:rPr lang="it-IT" sz="1800" b="1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 </a:t>
          </a:r>
        </a:p>
        <a:p>
          <a:pPr algn="ctr" rtl="0"/>
          <a:endParaRPr lang="it-IT" sz="1900" b="1">
            <a:solidFill>
              <a:schemeClr val="tx1"/>
            </a:solidFill>
            <a:latin typeface="Calibri Light" panose="020F0302020204030204"/>
            <a:ea typeface="Calibri Light" panose="020F0302020204030204"/>
            <a:cs typeface="Calibri Light" panose="020F0302020204030204"/>
          </a:endParaRPr>
        </a:p>
      </dgm:t>
    </dgm:pt>
    <dgm:pt modelId="{5E045899-71A3-4EF9-B913-9B8AAF8482B9}" type="parTrans" cxnId="{DD9E721C-41BB-4288-9203-6B7DDE29E02B}">
      <dgm:prSet/>
      <dgm:spPr/>
      <dgm:t>
        <a:bodyPr/>
        <a:lstStyle/>
        <a:p>
          <a:endParaRPr lang="it-IT"/>
        </a:p>
      </dgm:t>
    </dgm:pt>
    <dgm:pt modelId="{0DD47F0B-8FC9-49D3-92FF-B80A3D6228A6}" type="sibTrans" cxnId="{DD9E721C-41BB-4288-9203-6B7DDE29E02B}">
      <dgm:prSet>
        <dgm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it-IT"/>
        </a:p>
      </dgm:t>
    </dgm:pt>
    <dgm:pt modelId="{500D3DE2-5862-4535-8156-E6DA7E9F3F94}">
      <dgm:prSet phldrT="[Testo]" custT="1"/>
      <dgm:spPr>
        <a:solidFill>
          <a:srgbClr val="169C9A"/>
        </a:solidFill>
      </dgm:spPr>
      <dgm:t>
        <a:bodyPr/>
        <a:lstStyle/>
        <a:p>
          <a:r>
            <a:rPr lang="it-IT" sz="2200" b="1">
              <a:solidFill>
                <a:schemeClr val="tx1"/>
              </a:solidFill>
            </a:rPr>
            <a:t>Linear array</a:t>
          </a:r>
        </a:p>
      </dgm:t>
    </dgm:pt>
    <dgm:pt modelId="{D90DA740-30A8-44F4-9B2D-865FE75BC804}" type="parTrans" cxnId="{EBF1810E-AEEF-4BF1-8A6C-3C2E2E4250CA}">
      <dgm:prSet/>
      <dgm:spPr/>
      <dgm:t>
        <a:bodyPr/>
        <a:lstStyle/>
        <a:p>
          <a:endParaRPr lang="it-IT"/>
        </a:p>
      </dgm:t>
    </dgm:pt>
    <dgm:pt modelId="{CC687461-AA34-48F8-B4BA-D0FE29F049EA}" type="sibTrans" cxnId="{EBF1810E-AEEF-4BF1-8A6C-3C2E2E4250CA}">
      <dgm:prSet>
        <dgm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it-IT"/>
        </a:p>
      </dgm:t>
    </dgm:pt>
    <dgm:pt modelId="{4DB142A5-9CA2-43CD-9B0E-247BEB066CF7}">
      <dgm:prSet phldrT="[Testo]" custT="1"/>
      <dgm:spPr>
        <a:solidFill>
          <a:srgbClr val="169C9A"/>
        </a:solidFill>
      </dgm:spPr>
      <dgm:t>
        <a:bodyPr/>
        <a:lstStyle/>
        <a:p>
          <a:pPr algn="ctr"/>
          <a:r>
            <a:rPr lang="it-IT" sz="1900" b="1">
              <a:solidFill>
                <a:schemeClr val="tx1"/>
              </a:solidFill>
            </a:rPr>
            <a:t>Control Station</a:t>
          </a:r>
        </a:p>
        <a:p>
          <a:pPr algn="ctr"/>
          <a:r>
            <a:rPr lang="it-IT" sz="1900" b="1">
              <a:solidFill>
                <a:schemeClr val="tx1"/>
              </a:solidFill>
            </a:rPr>
            <a:t>-</a:t>
          </a:r>
          <a:r>
            <a:rPr lang="it-IT" sz="1800" b="1">
              <a:solidFill>
                <a:schemeClr val="tx1"/>
              </a:solidFill>
            </a:rPr>
            <a:t>Monitoring</a:t>
          </a:r>
          <a:endParaRPr lang="it-IT" sz="1900" b="1">
            <a:solidFill>
              <a:schemeClr val="tx1"/>
            </a:solidFill>
          </a:endParaRPr>
        </a:p>
      </dgm:t>
    </dgm:pt>
    <dgm:pt modelId="{E5B95C74-7148-422C-BBDF-798176070E39}" type="parTrans" cxnId="{6BB515D7-A9D6-4BDC-8C78-D121A29C7D70}">
      <dgm:prSet/>
      <dgm:spPr/>
      <dgm:t>
        <a:bodyPr/>
        <a:lstStyle/>
        <a:p>
          <a:endParaRPr lang="it-IT"/>
        </a:p>
      </dgm:t>
    </dgm:pt>
    <dgm:pt modelId="{3EE0633E-4A8C-4B20-82D9-EB8081410E75}" type="sibTrans" cxnId="{6BB515D7-A9D6-4BDC-8C78-D121A29C7D70}">
      <dgm:prSet/>
      <dgm:spPr/>
      <dgm:t>
        <a:bodyPr/>
        <a:lstStyle/>
        <a:p>
          <a:endParaRPr lang="it-IT"/>
        </a:p>
      </dgm:t>
    </dgm:pt>
    <dgm:pt modelId="{A5C9EF0E-C4B4-475B-A3B7-3465F8EBF979}" type="pres">
      <dgm:prSet presAssocID="{44C5A8C0-8B8A-471A-A4CD-3EA4ECFDCB11}" presName="Name0" presStyleCnt="0">
        <dgm:presLayoutVars>
          <dgm:dir/>
          <dgm:resizeHandles val="exact"/>
        </dgm:presLayoutVars>
      </dgm:prSet>
      <dgm:spPr/>
    </dgm:pt>
    <dgm:pt modelId="{539C1CCA-57DD-4E44-953E-C617E21451A7}" type="pres">
      <dgm:prSet presAssocID="{90BE2182-D931-4C1F-9DBD-D7D686847FEA}" presName="node" presStyleLbl="node1" presStyleIdx="0" presStyleCnt="3" custScaleX="107673" custLinFactNeighborX="-837" custLinFactNeighborY="9369">
        <dgm:presLayoutVars>
          <dgm:bulletEnabled val="1"/>
        </dgm:presLayoutVars>
      </dgm:prSet>
      <dgm:spPr/>
    </dgm:pt>
    <dgm:pt modelId="{8F34E247-D52A-4699-A896-D4D5ED56C8F6}" type="pres">
      <dgm:prSet presAssocID="{0DD47F0B-8FC9-49D3-92FF-B80A3D6228A6}" presName="sibTrans" presStyleLbl="sibTrans2D1" presStyleIdx="0" presStyleCnt="2"/>
      <dgm:spPr/>
    </dgm:pt>
    <dgm:pt modelId="{576C90E4-E986-447E-89D1-158E36FF0BE0}" type="pres">
      <dgm:prSet presAssocID="{0DD47F0B-8FC9-49D3-92FF-B80A3D6228A6}" presName="connectorText" presStyleLbl="sibTrans2D1" presStyleIdx="0" presStyleCnt="2"/>
      <dgm:spPr/>
    </dgm:pt>
    <dgm:pt modelId="{70CF6329-0EC6-431E-9A8E-AF266B81D0CF}" type="pres">
      <dgm:prSet presAssocID="{500D3DE2-5862-4535-8156-E6DA7E9F3F94}" presName="node" presStyleLbl="node1" presStyleIdx="1" presStyleCnt="3">
        <dgm:presLayoutVars>
          <dgm:bulletEnabled val="1"/>
        </dgm:presLayoutVars>
      </dgm:prSet>
      <dgm:spPr/>
    </dgm:pt>
    <dgm:pt modelId="{52C77F6A-131C-4977-9382-B4ED794301EB}" type="pres">
      <dgm:prSet presAssocID="{CC687461-AA34-48F8-B4BA-D0FE29F049EA}" presName="sibTrans" presStyleLbl="sibTrans2D1" presStyleIdx="1" presStyleCnt="2"/>
      <dgm:spPr/>
    </dgm:pt>
    <dgm:pt modelId="{DE2BAE6D-35C1-4826-9210-6B4FA5B6829D}" type="pres">
      <dgm:prSet presAssocID="{CC687461-AA34-48F8-B4BA-D0FE29F049EA}" presName="connectorText" presStyleLbl="sibTrans2D1" presStyleIdx="1" presStyleCnt="2"/>
      <dgm:spPr/>
    </dgm:pt>
    <dgm:pt modelId="{AC760C24-12BF-4171-8A1E-D0094B8AEBFC}" type="pres">
      <dgm:prSet presAssocID="{4DB142A5-9CA2-43CD-9B0E-247BEB066CF7}" presName="node" presStyleLbl="node1" presStyleIdx="2" presStyleCnt="3">
        <dgm:presLayoutVars>
          <dgm:bulletEnabled val="1"/>
        </dgm:presLayoutVars>
      </dgm:prSet>
      <dgm:spPr/>
    </dgm:pt>
  </dgm:ptLst>
  <dgm:cxnLst>
    <dgm:cxn modelId="{EBF1810E-AEEF-4BF1-8A6C-3C2E2E4250CA}" srcId="{44C5A8C0-8B8A-471A-A4CD-3EA4ECFDCB11}" destId="{500D3DE2-5862-4535-8156-E6DA7E9F3F94}" srcOrd="1" destOrd="0" parTransId="{D90DA740-30A8-44F4-9B2D-865FE75BC804}" sibTransId="{CC687461-AA34-48F8-B4BA-D0FE29F049EA}"/>
    <dgm:cxn modelId="{3D391514-AA72-48EE-9F0A-4786D45AF3E3}" type="presOf" srcId="{500D3DE2-5862-4535-8156-E6DA7E9F3F94}" destId="{70CF6329-0EC6-431E-9A8E-AF266B81D0CF}" srcOrd="0" destOrd="0" presId="urn:microsoft.com/office/officeart/2005/8/layout/process1"/>
    <dgm:cxn modelId="{FE149C15-335B-480B-87EF-9FCFC1212F2B}" type="presOf" srcId="{CC687461-AA34-48F8-B4BA-D0FE29F049EA}" destId="{DE2BAE6D-35C1-4826-9210-6B4FA5B6829D}" srcOrd="1" destOrd="0" presId="urn:microsoft.com/office/officeart/2005/8/layout/process1"/>
    <dgm:cxn modelId="{DD9E721C-41BB-4288-9203-6B7DDE29E02B}" srcId="{44C5A8C0-8B8A-471A-A4CD-3EA4ECFDCB11}" destId="{90BE2182-D931-4C1F-9DBD-D7D686847FEA}" srcOrd="0" destOrd="0" parTransId="{5E045899-71A3-4EF9-B913-9B8AAF8482B9}" sibTransId="{0DD47F0B-8FC9-49D3-92FF-B80A3D6228A6}"/>
    <dgm:cxn modelId="{335B8435-F506-464E-A23A-E749997B6752}" type="presOf" srcId="{44C5A8C0-8B8A-471A-A4CD-3EA4ECFDCB11}" destId="{A5C9EF0E-C4B4-475B-A3B7-3465F8EBF979}" srcOrd="0" destOrd="0" presId="urn:microsoft.com/office/officeart/2005/8/layout/process1"/>
    <dgm:cxn modelId="{F73A7462-57FC-4C63-86E1-89645367486D}" type="presOf" srcId="{90BE2182-D931-4C1F-9DBD-D7D686847FEA}" destId="{539C1CCA-57DD-4E44-953E-C617E21451A7}" srcOrd="0" destOrd="0" presId="urn:microsoft.com/office/officeart/2005/8/layout/process1"/>
    <dgm:cxn modelId="{A5CA9D45-AA43-4032-B496-EE95437DC8B7}" type="presOf" srcId="{4DB142A5-9CA2-43CD-9B0E-247BEB066CF7}" destId="{AC760C24-12BF-4171-8A1E-D0094B8AEBFC}" srcOrd="0" destOrd="0" presId="urn:microsoft.com/office/officeart/2005/8/layout/process1"/>
    <dgm:cxn modelId="{705B2D77-E0BD-4C41-A932-633457C45FF2}" type="presOf" srcId="{0DD47F0B-8FC9-49D3-92FF-B80A3D6228A6}" destId="{8F34E247-D52A-4699-A896-D4D5ED56C8F6}" srcOrd="0" destOrd="0" presId="urn:microsoft.com/office/officeart/2005/8/layout/process1"/>
    <dgm:cxn modelId="{CC687188-408B-4E69-8DA9-65B81389A9BF}" type="presOf" srcId="{0DD47F0B-8FC9-49D3-92FF-B80A3D6228A6}" destId="{576C90E4-E986-447E-89D1-158E36FF0BE0}" srcOrd="1" destOrd="0" presId="urn:microsoft.com/office/officeart/2005/8/layout/process1"/>
    <dgm:cxn modelId="{7E1EFBAA-2ECE-4A2F-8538-41E3FF42CE1E}" type="presOf" srcId="{CC687461-AA34-48F8-B4BA-D0FE29F049EA}" destId="{52C77F6A-131C-4977-9382-B4ED794301EB}" srcOrd="0" destOrd="0" presId="urn:microsoft.com/office/officeart/2005/8/layout/process1"/>
    <dgm:cxn modelId="{6BB515D7-A9D6-4BDC-8C78-D121A29C7D70}" srcId="{44C5A8C0-8B8A-471A-A4CD-3EA4ECFDCB11}" destId="{4DB142A5-9CA2-43CD-9B0E-247BEB066CF7}" srcOrd="2" destOrd="0" parTransId="{E5B95C74-7148-422C-BBDF-798176070E39}" sibTransId="{3EE0633E-4A8C-4B20-82D9-EB8081410E75}"/>
    <dgm:cxn modelId="{C4F5D063-DBA4-4E48-B7A9-F0E6BF1D94D0}" type="presParOf" srcId="{A5C9EF0E-C4B4-475B-A3B7-3465F8EBF979}" destId="{539C1CCA-57DD-4E44-953E-C617E21451A7}" srcOrd="0" destOrd="0" presId="urn:microsoft.com/office/officeart/2005/8/layout/process1"/>
    <dgm:cxn modelId="{82911AC9-F4FB-40A2-BFAA-568787D5E238}" type="presParOf" srcId="{A5C9EF0E-C4B4-475B-A3B7-3465F8EBF979}" destId="{8F34E247-D52A-4699-A896-D4D5ED56C8F6}" srcOrd="1" destOrd="0" presId="urn:microsoft.com/office/officeart/2005/8/layout/process1"/>
    <dgm:cxn modelId="{220B3D55-A5AF-461A-907B-34EC21EDBC80}" type="presParOf" srcId="{8F34E247-D52A-4699-A896-D4D5ED56C8F6}" destId="{576C90E4-E986-447E-89D1-158E36FF0BE0}" srcOrd="0" destOrd="0" presId="urn:microsoft.com/office/officeart/2005/8/layout/process1"/>
    <dgm:cxn modelId="{C8CEF5A2-869B-49DD-8BDE-EA9DA0AD513C}" type="presParOf" srcId="{A5C9EF0E-C4B4-475B-A3B7-3465F8EBF979}" destId="{70CF6329-0EC6-431E-9A8E-AF266B81D0CF}" srcOrd="2" destOrd="0" presId="urn:microsoft.com/office/officeart/2005/8/layout/process1"/>
    <dgm:cxn modelId="{B3B0BCF3-D048-4AD2-B42A-14445D78738C}" type="presParOf" srcId="{A5C9EF0E-C4B4-475B-A3B7-3465F8EBF979}" destId="{52C77F6A-131C-4977-9382-B4ED794301EB}" srcOrd="3" destOrd="0" presId="urn:microsoft.com/office/officeart/2005/8/layout/process1"/>
    <dgm:cxn modelId="{36B3F675-27FD-499D-96B0-066A064C424B}" type="presParOf" srcId="{52C77F6A-131C-4977-9382-B4ED794301EB}" destId="{DE2BAE6D-35C1-4826-9210-6B4FA5B6829D}" srcOrd="0" destOrd="0" presId="urn:microsoft.com/office/officeart/2005/8/layout/process1"/>
    <dgm:cxn modelId="{79C43A0D-32FF-40DC-AB6B-A295C99DC1C0}" type="presParOf" srcId="{A5C9EF0E-C4B4-475B-A3B7-3465F8EBF979}" destId="{AC760C24-12BF-4171-8A1E-D0094B8AEBF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6BD270-3D81-499B-915A-BCEF38175168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4ABB26D-9C62-46EE-A8A1-7B1E712711A1}">
      <dgm:prSet phldrT="[Testo]"/>
      <dgm:spPr>
        <a:solidFill>
          <a:srgbClr val="169C9A"/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Patch</a:t>
          </a:r>
        </a:p>
      </dgm:t>
    </dgm:pt>
    <dgm:pt modelId="{B6BD7E79-E8FA-4E4D-9DB4-B8ABAF8BE0C8}" type="parTrans" cxnId="{D55EBD91-C3F1-4A4C-9E1F-CB4C25C8FDC4}">
      <dgm:prSet/>
      <dgm:spPr/>
      <dgm:t>
        <a:bodyPr/>
        <a:lstStyle/>
        <a:p>
          <a:endParaRPr lang="it-IT"/>
        </a:p>
      </dgm:t>
    </dgm:pt>
    <dgm:pt modelId="{372DE439-C2C7-4902-8C53-AD44F7A48F9C}" type="sibTrans" cxnId="{D55EBD91-C3F1-4A4C-9E1F-CB4C25C8FDC4}">
      <dgm:prSet/>
      <dgm:spPr/>
      <dgm:t>
        <a:bodyPr/>
        <a:lstStyle/>
        <a:p>
          <a:endParaRPr lang="it-IT"/>
        </a:p>
      </dgm:t>
    </dgm:pt>
    <dgm:pt modelId="{64F2BE48-FAAF-4AF5-A124-498E68906417}">
      <dgm:prSet phldrT="[Testo]" custT="1"/>
      <dgm:spPr/>
      <dgm:t>
        <a:bodyPr/>
        <a:lstStyle/>
        <a:p>
          <a:r>
            <a:rPr lang="it-IT" sz="2000"/>
            <a:t>Low profiling</a:t>
          </a:r>
        </a:p>
      </dgm:t>
    </dgm:pt>
    <dgm:pt modelId="{7A1728D2-17F8-4F5D-9BDA-1AFBBDC2D9BE}" type="parTrans" cxnId="{7B746256-BA43-4A27-A3DA-D4C409B4B03F}">
      <dgm:prSet/>
      <dgm:spPr/>
      <dgm:t>
        <a:bodyPr/>
        <a:lstStyle/>
        <a:p>
          <a:endParaRPr lang="it-IT"/>
        </a:p>
      </dgm:t>
    </dgm:pt>
    <dgm:pt modelId="{6BC43F2A-BC6A-4494-A0A2-EEBB409012D7}" type="sibTrans" cxnId="{7B746256-BA43-4A27-A3DA-D4C409B4B03F}">
      <dgm:prSet/>
      <dgm:spPr/>
      <dgm:t>
        <a:bodyPr/>
        <a:lstStyle/>
        <a:p>
          <a:endParaRPr lang="it-IT"/>
        </a:p>
      </dgm:t>
    </dgm:pt>
    <dgm:pt modelId="{40FE1837-C619-41D8-B370-E24C982D8A08}">
      <dgm:prSet phldrT="[Testo]" custT="1"/>
      <dgm:spPr/>
      <dgm:t>
        <a:bodyPr/>
        <a:lstStyle/>
        <a:p>
          <a:r>
            <a:rPr lang="it-IT" sz="2000" err="1"/>
            <a:t>Adaptability</a:t>
          </a:r>
          <a:endParaRPr lang="it-IT" sz="2000"/>
        </a:p>
      </dgm:t>
    </dgm:pt>
    <dgm:pt modelId="{19F73EEA-06EB-4229-9034-2C8D79B9B134}" type="parTrans" cxnId="{9817316E-671E-458E-8985-BE020B401C34}">
      <dgm:prSet/>
      <dgm:spPr/>
      <dgm:t>
        <a:bodyPr/>
        <a:lstStyle/>
        <a:p>
          <a:endParaRPr lang="it-IT"/>
        </a:p>
      </dgm:t>
    </dgm:pt>
    <dgm:pt modelId="{9B681D5A-DFF7-409D-8216-DC5715029FE7}" type="sibTrans" cxnId="{9817316E-671E-458E-8985-BE020B401C34}">
      <dgm:prSet/>
      <dgm:spPr/>
      <dgm:t>
        <a:bodyPr/>
        <a:lstStyle/>
        <a:p>
          <a:endParaRPr lang="it-IT"/>
        </a:p>
      </dgm:t>
    </dgm:pt>
    <dgm:pt modelId="{1AB63DCD-4EF0-49B6-8EDA-6CA9D7A24A16}">
      <dgm:prSet phldrT="[Testo]"/>
      <dgm:spPr>
        <a:solidFill>
          <a:srgbClr val="169C9A"/>
        </a:solidFill>
      </dgm:spPr>
      <dgm:t>
        <a:bodyPr/>
        <a:lstStyle/>
        <a:p>
          <a:r>
            <a:rPr lang="it-IT" b="1" err="1">
              <a:solidFill>
                <a:schemeClr val="tx1"/>
              </a:solidFill>
            </a:rPr>
            <a:t>Stacked</a:t>
          </a:r>
          <a:endParaRPr lang="it-IT" b="1">
            <a:solidFill>
              <a:schemeClr val="tx1"/>
            </a:solidFill>
          </a:endParaRPr>
        </a:p>
      </dgm:t>
    </dgm:pt>
    <dgm:pt modelId="{CAE665C8-7328-4EDC-B297-6567202A658A}" type="parTrans" cxnId="{55446D3E-F813-48BC-8E05-3085E4E579E6}">
      <dgm:prSet/>
      <dgm:spPr/>
      <dgm:t>
        <a:bodyPr/>
        <a:lstStyle/>
        <a:p>
          <a:endParaRPr lang="it-IT"/>
        </a:p>
      </dgm:t>
    </dgm:pt>
    <dgm:pt modelId="{EDB08060-CA46-4280-BDF7-2CEB23497A6B}" type="sibTrans" cxnId="{55446D3E-F813-48BC-8E05-3085E4E579E6}">
      <dgm:prSet/>
      <dgm:spPr/>
      <dgm:t>
        <a:bodyPr/>
        <a:lstStyle/>
        <a:p>
          <a:endParaRPr lang="it-IT"/>
        </a:p>
      </dgm:t>
    </dgm:pt>
    <dgm:pt modelId="{4A8BD7BA-3F51-4A65-B9DC-FB0ABB552D0C}">
      <dgm:prSet phldrT="[Testo]" custT="1"/>
      <dgm:spPr/>
      <dgm:t>
        <a:bodyPr/>
        <a:lstStyle/>
        <a:p>
          <a:r>
            <a:rPr lang="it-IT" sz="2000" err="1"/>
            <a:t>Increase</a:t>
          </a:r>
          <a:r>
            <a:rPr lang="it-IT" sz="2000"/>
            <a:t> in BW</a:t>
          </a:r>
        </a:p>
      </dgm:t>
    </dgm:pt>
    <dgm:pt modelId="{138AAB03-E39D-40A8-8628-F557E567B92D}" type="parTrans" cxnId="{8AF4EC49-E6B3-413E-9C8F-E5D4B34E8BC7}">
      <dgm:prSet/>
      <dgm:spPr/>
      <dgm:t>
        <a:bodyPr/>
        <a:lstStyle/>
        <a:p>
          <a:endParaRPr lang="it-IT"/>
        </a:p>
      </dgm:t>
    </dgm:pt>
    <dgm:pt modelId="{8D27978D-2C81-4D2A-B99A-81F1A89AD3C4}" type="sibTrans" cxnId="{8AF4EC49-E6B3-413E-9C8F-E5D4B34E8BC7}">
      <dgm:prSet/>
      <dgm:spPr/>
      <dgm:t>
        <a:bodyPr/>
        <a:lstStyle/>
        <a:p>
          <a:endParaRPr lang="it-IT"/>
        </a:p>
      </dgm:t>
    </dgm:pt>
    <dgm:pt modelId="{C036C21F-D015-418B-82D4-A88D4FDF27B2}">
      <dgm:prSet/>
      <dgm:spPr>
        <a:solidFill>
          <a:srgbClr val="169C9A"/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Array</a:t>
          </a:r>
        </a:p>
      </dgm:t>
    </dgm:pt>
    <dgm:pt modelId="{485949DD-8A0B-41FA-AE4E-AE17DC662D50}" type="parTrans" cxnId="{619D1B8A-C777-4D1A-AA28-B45723842F42}">
      <dgm:prSet/>
      <dgm:spPr/>
      <dgm:t>
        <a:bodyPr/>
        <a:lstStyle/>
        <a:p>
          <a:endParaRPr lang="it-IT"/>
        </a:p>
      </dgm:t>
    </dgm:pt>
    <dgm:pt modelId="{3AB25D3D-91C6-4DE0-8F75-0631F47B323F}" type="sibTrans" cxnId="{619D1B8A-C777-4D1A-AA28-B45723842F42}">
      <dgm:prSet/>
      <dgm:spPr/>
      <dgm:t>
        <a:bodyPr/>
        <a:lstStyle/>
        <a:p>
          <a:endParaRPr lang="it-IT"/>
        </a:p>
      </dgm:t>
    </dgm:pt>
    <dgm:pt modelId="{9FD3BE45-8CC6-4B69-8F0B-53191EBBA182}">
      <dgm:prSet custT="1"/>
      <dgm:spPr/>
      <dgm:t>
        <a:bodyPr/>
        <a:lstStyle/>
        <a:p>
          <a:r>
            <a:rPr lang="it-IT" sz="2000" err="1"/>
            <a:t>Increase</a:t>
          </a:r>
          <a:r>
            <a:rPr lang="it-IT" sz="2000"/>
            <a:t> in gain</a:t>
          </a:r>
        </a:p>
      </dgm:t>
    </dgm:pt>
    <dgm:pt modelId="{2EB00719-AED7-4313-AC55-E029EFFB69BE}" type="parTrans" cxnId="{BC17F52C-49BB-4E45-B229-D3E1BB087CBB}">
      <dgm:prSet/>
      <dgm:spPr/>
      <dgm:t>
        <a:bodyPr/>
        <a:lstStyle/>
        <a:p>
          <a:endParaRPr lang="it-IT"/>
        </a:p>
      </dgm:t>
    </dgm:pt>
    <dgm:pt modelId="{5526E49F-FA2F-4A8A-9344-A5C234B92D5D}" type="sibTrans" cxnId="{BC17F52C-49BB-4E45-B229-D3E1BB087CBB}">
      <dgm:prSet/>
      <dgm:spPr/>
      <dgm:t>
        <a:bodyPr/>
        <a:lstStyle/>
        <a:p>
          <a:endParaRPr lang="it-IT"/>
        </a:p>
      </dgm:t>
    </dgm:pt>
    <dgm:pt modelId="{08D227F1-F26A-4F6D-9A63-6B11CA00E1CA}">
      <dgm:prSet custT="1"/>
      <dgm:spPr/>
      <dgm:t>
        <a:bodyPr/>
        <a:lstStyle/>
        <a:p>
          <a:r>
            <a:rPr lang="it-IT" sz="2000" err="1"/>
            <a:t>Increase</a:t>
          </a:r>
          <a:r>
            <a:rPr lang="it-IT" sz="2000"/>
            <a:t> in </a:t>
          </a:r>
          <a:r>
            <a:rPr lang="it-IT" sz="2000" err="1"/>
            <a:t>directivity</a:t>
          </a:r>
          <a:endParaRPr lang="it-IT" sz="2000"/>
        </a:p>
      </dgm:t>
    </dgm:pt>
    <dgm:pt modelId="{4F212913-E063-4747-ABCA-BA69D0DDD4C7}" type="parTrans" cxnId="{D49C800B-1292-4F97-BA7A-C9ADB94B3645}">
      <dgm:prSet/>
      <dgm:spPr/>
      <dgm:t>
        <a:bodyPr/>
        <a:lstStyle/>
        <a:p>
          <a:endParaRPr lang="it-IT"/>
        </a:p>
      </dgm:t>
    </dgm:pt>
    <dgm:pt modelId="{257DA20B-1E05-4E99-971E-CF59B175F554}" type="sibTrans" cxnId="{D49C800B-1292-4F97-BA7A-C9ADB94B3645}">
      <dgm:prSet/>
      <dgm:spPr/>
      <dgm:t>
        <a:bodyPr/>
        <a:lstStyle/>
        <a:p>
          <a:endParaRPr lang="it-IT"/>
        </a:p>
      </dgm:t>
    </dgm:pt>
    <dgm:pt modelId="{DB69A235-4EBF-4AB0-AD1D-95AF92B288C4}">
      <dgm:prSet custT="1"/>
      <dgm:spPr/>
      <dgm:t>
        <a:bodyPr/>
        <a:lstStyle/>
        <a:p>
          <a:endParaRPr lang="it-IT" sz="2000"/>
        </a:p>
      </dgm:t>
    </dgm:pt>
    <dgm:pt modelId="{EE78AF44-D7BE-49E0-A48B-B3BEA20989D4}" type="parTrans" cxnId="{702078DD-3F17-454E-ABAC-FE436DC0B4A9}">
      <dgm:prSet/>
      <dgm:spPr/>
      <dgm:t>
        <a:bodyPr/>
        <a:lstStyle/>
        <a:p>
          <a:endParaRPr lang="it-IT"/>
        </a:p>
      </dgm:t>
    </dgm:pt>
    <dgm:pt modelId="{92FE0169-A610-414F-95CC-05F34B5F1D3B}" type="sibTrans" cxnId="{702078DD-3F17-454E-ABAC-FE436DC0B4A9}">
      <dgm:prSet/>
      <dgm:spPr/>
      <dgm:t>
        <a:bodyPr/>
        <a:lstStyle/>
        <a:p>
          <a:endParaRPr lang="it-IT"/>
        </a:p>
      </dgm:t>
    </dgm:pt>
    <dgm:pt modelId="{F92522B1-8F34-4A0F-8455-16B7689A8CE6}">
      <dgm:prSet phldrT="[Testo]"/>
      <dgm:spPr/>
      <dgm:t>
        <a:bodyPr/>
        <a:lstStyle/>
        <a:p>
          <a:endParaRPr lang="it-IT" sz="1500"/>
        </a:p>
      </dgm:t>
    </dgm:pt>
    <dgm:pt modelId="{641C4106-E657-4BF3-93F6-B8807C85946D}" type="parTrans" cxnId="{670345C6-DBB3-4F3F-A1BD-381A16C9EA28}">
      <dgm:prSet/>
      <dgm:spPr/>
      <dgm:t>
        <a:bodyPr/>
        <a:lstStyle/>
        <a:p>
          <a:endParaRPr lang="it-IT"/>
        </a:p>
      </dgm:t>
    </dgm:pt>
    <dgm:pt modelId="{7B22B736-EC02-4254-9336-C4DAE4B446BE}" type="sibTrans" cxnId="{670345C6-DBB3-4F3F-A1BD-381A16C9EA28}">
      <dgm:prSet/>
      <dgm:spPr/>
      <dgm:t>
        <a:bodyPr/>
        <a:lstStyle/>
        <a:p>
          <a:endParaRPr lang="it-IT"/>
        </a:p>
      </dgm:t>
    </dgm:pt>
    <dgm:pt modelId="{26D2DB1A-3283-4F82-B068-B1B1FFF9871F}">
      <dgm:prSet phldrT="[Testo]" custT="1"/>
      <dgm:spPr/>
      <dgm:t>
        <a:bodyPr/>
        <a:lstStyle/>
        <a:p>
          <a:r>
            <a:rPr lang="it-IT" sz="2000" err="1"/>
            <a:t>Facilitated</a:t>
          </a:r>
          <a:r>
            <a:rPr lang="it-IT" sz="2000"/>
            <a:t> </a:t>
          </a:r>
          <a:r>
            <a:rPr lang="it-IT" sz="2000" err="1"/>
            <a:t>impedance</a:t>
          </a:r>
          <a:r>
            <a:rPr lang="it-IT" sz="2000"/>
            <a:t> matching</a:t>
          </a:r>
        </a:p>
      </dgm:t>
    </dgm:pt>
    <dgm:pt modelId="{838667B0-DA1F-4EAE-B26C-9DE1D1B26726}" type="parTrans" cxnId="{28ADF443-5287-49F3-8E24-7930103331AD}">
      <dgm:prSet/>
      <dgm:spPr/>
      <dgm:t>
        <a:bodyPr/>
        <a:lstStyle/>
        <a:p>
          <a:endParaRPr lang="it-IT"/>
        </a:p>
      </dgm:t>
    </dgm:pt>
    <dgm:pt modelId="{23A3A33C-6D1E-49D6-AA7B-978B372FBB0F}" type="sibTrans" cxnId="{28ADF443-5287-49F3-8E24-7930103331AD}">
      <dgm:prSet/>
      <dgm:spPr/>
      <dgm:t>
        <a:bodyPr/>
        <a:lstStyle/>
        <a:p>
          <a:endParaRPr lang="it-IT"/>
        </a:p>
      </dgm:t>
    </dgm:pt>
    <dgm:pt modelId="{EE8284C1-2A07-4781-B188-C159ADD5D3B0}" type="pres">
      <dgm:prSet presAssocID="{7D6BD270-3D81-499B-915A-BCEF38175168}" presName="Name0" presStyleCnt="0">
        <dgm:presLayoutVars>
          <dgm:dir/>
          <dgm:animLvl val="lvl"/>
          <dgm:resizeHandles/>
        </dgm:presLayoutVars>
      </dgm:prSet>
      <dgm:spPr/>
    </dgm:pt>
    <dgm:pt modelId="{8DDE9BD4-98FB-4B4C-9018-E37C01714330}" type="pres">
      <dgm:prSet presAssocID="{54ABB26D-9C62-46EE-A8A1-7B1E712711A1}" presName="linNode" presStyleCnt="0"/>
      <dgm:spPr/>
    </dgm:pt>
    <dgm:pt modelId="{12729004-D8A5-4C0D-AF84-D85D45F3495E}" type="pres">
      <dgm:prSet presAssocID="{54ABB26D-9C62-46EE-A8A1-7B1E712711A1}" presName="parentShp" presStyleLbl="node1" presStyleIdx="0" presStyleCnt="3" custScaleX="56533" custScaleY="47892" custLinFactNeighborX="-12567" custLinFactNeighborY="-1464">
        <dgm:presLayoutVars>
          <dgm:bulletEnabled val="1"/>
        </dgm:presLayoutVars>
      </dgm:prSet>
      <dgm:spPr/>
    </dgm:pt>
    <dgm:pt modelId="{5781B203-2BD0-414A-B90E-CBB6AD61B001}" type="pres">
      <dgm:prSet presAssocID="{54ABB26D-9C62-46EE-A8A1-7B1E712711A1}" presName="childShp" presStyleLbl="bgAccFollowNode1" presStyleIdx="0" presStyleCnt="3" custScaleX="82313" custScaleY="37854" custLinFactNeighborX="-6162" custLinFactNeighborY="2129">
        <dgm:presLayoutVars>
          <dgm:bulletEnabled val="1"/>
        </dgm:presLayoutVars>
      </dgm:prSet>
      <dgm:spPr/>
    </dgm:pt>
    <dgm:pt modelId="{E6F97218-5019-41A2-85E8-A583D9C6407F}" type="pres">
      <dgm:prSet presAssocID="{372DE439-C2C7-4902-8C53-AD44F7A48F9C}" presName="spacing" presStyleCnt="0"/>
      <dgm:spPr/>
    </dgm:pt>
    <dgm:pt modelId="{745C161F-73A9-4C22-9304-1D6791749DB0}" type="pres">
      <dgm:prSet presAssocID="{1AB63DCD-4EF0-49B6-8EDA-6CA9D7A24A16}" presName="linNode" presStyleCnt="0"/>
      <dgm:spPr/>
    </dgm:pt>
    <dgm:pt modelId="{C94300A8-69A0-4735-9A8A-9D3E25737409}" type="pres">
      <dgm:prSet presAssocID="{1AB63DCD-4EF0-49B6-8EDA-6CA9D7A24A16}" presName="parentShp" presStyleLbl="node1" presStyleIdx="1" presStyleCnt="3" custScaleX="54370" custScaleY="48755" custLinFactNeighborX="-13925" custLinFactNeighborY="-2977">
        <dgm:presLayoutVars>
          <dgm:bulletEnabled val="1"/>
        </dgm:presLayoutVars>
      </dgm:prSet>
      <dgm:spPr/>
    </dgm:pt>
    <dgm:pt modelId="{DB2B9F06-2C54-4E7A-8EEC-C7AE080AB5B0}" type="pres">
      <dgm:prSet presAssocID="{1AB63DCD-4EF0-49B6-8EDA-6CA9D7A24A16}" presName="childShp" presStyleLbl="bgAccFollowNode1" presStyleIdx="1" presStyleCnt="3" custScaleX="80291" custScaleY="42438" custLinFactNeighborX="-4537" custLinFactNeighborY="722">
        <dgm:presLayoutVars>
          <dgm:bulletEnabled val="1"/>
        </dgm:presLayoutVars>
      </dgm:prSet>
      <dgm:spPr/>
    </dgm:pt>
    <dgm:pt modelId="{5A31920E-CCD5-4A84-BC79-2D8FEB8CB43B}" type="pres">
      <dgm:prSet presAssocID="{EDB08060-CA46-4280-BDF7-2CEB23497A6B}" presName="spacing" presStyleCnt="0"/>
      <dgm:spPr/>
    </dgm:pt>
    <dgm:pt modelId="{9244B879-895D-40CA-90BA-5B7503EE31B0}" type="pres">
      <dgm:prSet presAssocID="{C036C21F-D015-418B-82D4-A88D4FDF27B2}" presName="linNode" presStyleCnt="0"/>
      <dgm:spPr/>
    </dgm:pt>
    <dgm:pt modelId="{8DEB1C93-709B-400D-9CD0-96B91E5B65E2}" type="pres">
      <dgm:prSet presAssocID="{C036C21F-D015-418B-82D4-A88D4FDF27B2}" presName="parentShp" presStyleLbl="node1" presStyleIdx="2" presStyleCnt="3" custScaleX="54923" custScaleY="53160" custLinFactNeighborX="-11852" custLinFactNeighborY="-2646">
        <dgm:presLayoutVars>
          <dgm:bulletEnabled val="1"/>
        </dgm:presLayoutVars>
      </dgm:prSet>
      <dgm:spPr/>
    </dgm:pt>
    <dgm:pt modelId="{EDA95AE8-3BE7-4EAA-AAF8-3C15342FE9ED}" type="pres">
      <dgm:prSet presAssocID="{C036C21F-D015-418B-82D4-A88D4FDF27B2}" presName="childShp" presStyleLbl="bgAccFollowNode1" presStyleIdx="2" presStyleCnt="3" custScaleX="82036" custScaleY="41524" custLinFactNeighborX="-2557" custLinFactNeighborY="-3166">
        <dgm:presLayoutVars>
          <dgm:bulletEnabled val="1"/>
        </dgm:presLayoutVars>
      </dgm:prSet>
      <dgm:spPr/>
    </dgm:pt>
  </dgm:ptLst>
  <dgm:cxnLst>
    <dgm:cxn modelId="{D49C800B-1292-4F97-BA7A-C9ADB94B3645}" srcId="{C036C21F-D015-418B-82D4-A88D4FDF27B2}" destId="{08D227F1-F26A-4F6D-9A63-6B11CA00E1CA}" srcOrd="2" destOrd="0" parTransId="{4F212913-E063-4747-ABCA-BA69D0DDD4C7}" sibTransId="{257DA20B-1E05-4E99-971E-CF59B175F554}"/>
    <dgm:cxn modelId="{B1735028-075E-432E-9899-72880CC65E15}" type="presOf" srcId="{64F2BE48-FAAF-4AF5-A124-498E68906417}" destId="{5781B203-2BD0-414A-B90E-CBB6AD61B001}" srcOrd="0" destOrd="0" presId="urn:microsoft.com/office/officeart/2005/8/layout/vList6"/>
    <dgm:cxn modelId="{65AEA729-7E38-49B1-B9C6-D595E16B7CBA}" type="presOf" srcId="{54ABB26D-9C62-46EE-A8A1-7B1E712711A1}" destId="{12729004-D8A5-4C0D-AF84-D85D45F3495E}" srcOrd="0" destOrd="0" presId="urn:microsoft.com/office/officeart/2005/8/layout/vList6"/>
    <dgm:cxn modelId="{BC17F52C-49BB-4E45-B229-D3E1BB087CBB}" srcId="{C036C21F-D015-418B-82D4-A88D4FDF27B2}" destId="{9FD3BE45-8CC6-4B69-8F0B-53191EBBA182}" srcOrd="0" destOrd="0" parTransId="{2EB00719-AED7-4313-AC55-E029EFFB69BE}" sibTransId="{5526E49F-FA2F-4A8A-9344-A5C234B92D5D}"/>
    <dgm:cxn modelId="{39C3B234-6F4B-4E04-B9F5-67948873A8FA}" type="presOf" srcId="{40FE1837-C619-41D8-B370-E24C982D8A08}" destId="{5781B203-2BD0-414A-B90E-CBB6AD61B001}" srcOrd="0" destOrd="2" presId="urn:microsoft.com/office/officeart/2005/8/layout/vList6"/>
    <dgm:cxn modelId="{4371CD3A-9FB3-4C9A-862D-09D2FC6595A8}" type="presOf" srcId="{C036C21F-D015-418B-82D4-A88D4FDF27B2}" destId="{8DEB1C93-709B-400D-9CD0-96B91E5B65E2}" srcOrd="0" destOrd="0" presId="urn:microsoft.com/office/officeart/2005/8/layout/vList6"/>
    <dgm:cxn modelId="{55446D3E-F813-48BC-8E05-3085E4E579E6}" srcId="{7D6BD270-3D81-499B-915A-BCEF38175168}" destId="{1AB63DCD-4EF0-49B6-8EDA-6CA9D7A24A16}" srcOrd="1" destOrd="0" parTransId="{CAE665C8-7328-4EDC-B297-6567202A658A}" sibTransId="{EDB08060-CA46-4280-BDF7-2CEB23497A6B}"/>
    <dgm:cxn modelId="{28ADF443-5287-49F3-8E24-7930103331AD}" srcId="{1AB63DCD-4EF0-49B6-8EDA-6CA9D7A24A16}" destId="{26D2DB1A-3283-4F82-B068-B1B1FFF9871F}" srcOrd="1" destOrd="0" parTransId="{838667B0-DA1F-4EAE-B26C-9DE1D1B26726}" sibTransId="{23A3A33C-6D1E-49D6-AA7B-978B372FBB0F}"/>
    <dgm:cxn modelId="{8AF4EC49-E6B3-413E-9C8F-E5D4B34E8BC7}" srcId="{1AB63DCD-4EF0-49B6-8EDA-6CA9D7A24A16}" destId="{4A8BD7BA-3F51-4A65-B9DC-FB0ABB552D0C}" srcOrd="0" destOrd="0" parTransId="{138AAB03-E39D-40A8-8628-F557E567B92D}" sibTransId="{8D27978D-2C81-4D2A-B99A-81F1A89AD3C4}"/>
    <dgm:cxn modelId="{9817316E-671E-458E-8985-BE020B401C34}" srcId="{54ABB26D-9C62-46EE-A8A1-7B1E712711A1}" destId="{40FE1837-C619-41D8-B370-E24C982D8A08}" srcOrd="2" destOrd="0" parTransId="{19F73EEA-06EB-4229-9034-2C8D79B9B134}" sibTransId="{9B681D5A-DFF7-409D-8216-DC5715029FE7}"/>
    <dgm:cxn modelId="{7B746256-BA43-4A27-A3DA-D4C409B4B03F}" srcId="{54ABB26D-9C62-46EE-A8A1-7B1E712711A1}" destId="{64F2BE48-FAAF-4AF5-A124-498E68906417}" srcOrd="0" destOrd="0" parTransId="{7A1728D2-17F8-4F5D-9BDA-1AFBBDC2D9BE}" sibTransId="{6BC43F2A-BC6A-4494-A0A2-EEBB409012D7}"/>
    <dgm:cxn modelId="{619D1B8A-C777-4D1A-AA28-B45723842F42}" srcId="{7D6BD270-3D81-499B-915A-BCEF38175168}" destId="{C036C21F-D015-418B-82D4-A88D4FDF27B2}" srcOrd="2" destOrd="0" parTransId="{485949DD-8A0B-41FA-AE4E-AE17DC662D50}" sibTransId="{3AB25D3D-91C6-4DE0-8F75-0631F47B323F}"/>
    <dgm:cxn modelId="{541CF58B-9331-4095-9E51-E6FCC964CEEE}" type="presOf" srcId="{9FD3BE45-8CC6-4B69-8F0B-53191EBBA182}" destId="{EDA95AE8-3BE7-4EAA-AAF8-3C15342FE9ED}" srcOrd="0" destOrd="0" presId="urn:microsoft.com/office/officeart/2005/8/layout/vList6"/>
    <dgm:cxn modelId="{D55EBD91-C3F1-4A4C-9E1F-CB4C25C8FDC4}" srcId="{7D6BD270-3D81-499B-915A-BCEF38175168}" destId="{54ABB26D-9C62-46EE-A8A1-7B1E712711A1}" srcOrd="0" destOrd="0" parTransId="{B6BD7E79-E8FA-4E4D-9DB4-B8ABAF8BE0C8}" sibTransId="{372DE439-C2C7-4902-8C53-AD44F7A48F9C}"/>
    <dgm:cxn modelId="{10B3909A-489D-460E-8063-8ED6839D9F14}" type="presOf" srcId="{7D6BD270-3D81-499B-915A-BCEF38175168}" destId="{EE8284C1-2A07-4781-B188-C159ADD5D3B0}" srcOrd="0" destOrd="0" presId="urn:microsoft.com/office/officeart/2005/8/layout/vList6"/>
    <dgm:cxn modelId="{3A14F4AB-B09E-4AE0-962A-A7DF16ACD763}" type="presOf" srcId="{DB69A235-4EBF-4AB0-AD1D-95AF92B288C4}" destId="{EDA95AE8-3BE7-4EAA-AAF8-3C15342FE9ED}" srcOrd="0" destOrd="1" presId="urn:microsoft.com/office/officeart/2005/8/layout/vList6"/>
    <dgm:cxn modelId="{0DB67BAC-525C-420C-BD0E-C7ACF442BFBA}" type="presOf" srcId="{26D2DB1A-3283-4F82-B068-B1B1FFF9871F}" destId="{DB2B9F06-2C54-4E7A-8EEC-C7AE080AB5B0}" srcOrd="0" destOrd="1" presId="urn:microsoft.com/office/officeart/2005/8/layout/vList6"/>
    <dgm:cxn modelId="{670345C6-DBB3-4F3F-A1BD-381A16C9EA28}" srcId="{54ABB26D-9C62-46EE-A8A1-7B1E712711A1}" destId="{F92522B1-8F34-4A0F-8455-16B7689A8CE6}" srcOrd="1" destOrd="0" parTransId="{641C4106-E657-4BF3-93F6-B8807C85946D}" sibTransId="{7B22B736-EC02-4254-9336-C4DAE4B446BE}"/>
    <dgm:cxn modelId="{A8699ACB-9F0E-4F3F-9B8D-7B5E4A3C2FCF}" type="presOf" srcId="{1AB63DCD-4EF0-49B6-8EDA-6CA9D7A24A16}" destId="{C94300A8-69A0-4735-9A8A-9D3E25737409}" srcOrd="0" destOrd="0" presId="urn:microsoft.com/office/officeart/2005/8/layout/vList6"/>
    <dgm:cxn modelId="{2DF336CD-1C8A-45D6-9046-1A1FBF923465}" type="presOf" srcId="{08D227F1-F26A-4F6D-9A63-6B11CA00E1CA}" destId="{EDA95AE8-3BE7-4EAA-AAF8-3C15342FE9ED}" srcOrd="0" destOrd="2" presId="urn:microsoft.com/office/officeart/2005/8/layout/vList6"/>
    <dgm:cxn modelId="{F95CC5D5-BDC7-49A9-9FB9-6E9D3ECAF57E}" type="presOf" srcId="{F92522B1-8F34-4A0F-8455-16B7689A8CE6}" destId="{5781B203-2BD0-414A-B90E-CBB6AD61B001}" srcOrd="0" destOrd="1" presId="urn:microsoft.com/office/officeart/2005/8/layout/vList6"/>
    <dgm:cxn modelId="{702078DD-3F17-454E-ABAC-FE436DC0B4A9}" srcId="{C036C21F-D015-418B-82D4-A88D4FDF27B2}" destId="{DB69A235-4EBF-4AB0-AD1D-95AF92B288C4}" srcOrd="1" destOrd="0" parTransId="{EE78AF44-D7BE-49E0-A48B-B3BEA20989D4}" sibTransId="{92FE0169-A610-414F-95CC-05F34B5F1D3B}"/>
    <dgm:cxn modelId="{285D76FD-3D47-47FA-8B12-563D465574D5}" type="presOf" srcId="{4A8BD7BA-3F51-4A65-B9DC-FB0ABB552D0C}" destId="{DB2B9F06-2C54-4E7A-8EEC-C7AE080AB5B0}" srcOrd="0" destOrd="0" presId="urn:microsoft.com/office/officeart/2005/8/layout/vList6"/>
    <dgm:cxn modelId="{5C5CF2C6-585A-4205-AEC3-B922312B8AE4}" type="presParOf" srcId="{EE8284C1-2A07-4781-B188-C159ADD5D3B0}" destId="{8DDE9BD4-98FB-4B4C-9018-E37C01714330}" srcOrd="0" destOrd="0" presId="urn:microsoft.com/office/officeart/2005/8/layout/vList6"/>
    <dgm:cxn modelId="{096FDAB4-251B-4742-A382-B5693E0821FC}" type="presParOf" srcId="{8DDE9BD4-98FB-4B4C-9018-E37C01714330}" destId="{12729004-D8A5-4C0D-AF84-D85D45F3495E}" srcOrd="0" destOrd="0" presId="urn:microsoft.com/office/officeart/2005/8/layout/vList6"/>
    <dgm:cxn modelId="{D391C69E-B723-4062-BDBC-350E9480F0D0}" type="presParOf" srcId="{8DDE9BD4-98FB-4B4C-9018-E37C01714330}" destId="{5781B203-2BD0-414A-B90E-CBB6AD61B001}" srcOrd="1" destOrd="0" presId="urn:microsoft.com/office/officeart/2005/8/layout/vList6"/>
    <dgm:cxn modelId="{3C586746-0AB0-4EB7-93F9-A37130A6F27C}" type="presParOf" srcId="{EE8284C1-2A07-4781-B188-C159ADD5D3B0}" destId="{E6F97218-5019-41A2-85E8-A583D9C6407F}" srcOrd="1" destOrd="0" presId="urn:microsoft.com/office/officeart/2005/8/layout/vList6"/>
    <dgm:cxn modelId="{999FC656-D6A7-44B4-AF17-1BC7FD9C9D46}" type="presParOf" srcId="{EE8284C1-2A07-4781-B188-C159ADD5D3B0}" destId="{745C161F-73A9-4C22-9304-1D6791749DB0}" srcOrd="2" destOrd="0" presId="urn:microsoft.com/office/officeart/2005/8/layout/vList6"/>
    <dgm:cxn modelId="{CFFCE943-EA51-40B6-9235-03F1BABD9D04}" type="presParOf" srcId="{745C161F-73A9-4C22-9304-1D6791749DB0}" destId="{C94300A8-69A0-4735-9A8A-9D3E25737409}" srcOrd="0" destOrd="0" presId="urn:microsoft.com/office/officeart/2005/8/layout/vList6"/>
    <dgm:cxn modelId="{9EEFA22E-35C7-4AD2-A0E8-093253B906DA}" type="presParOf" srcId="{745C161F-73A9-4C22-9304-1D6791749DB0}" destId="{DB2B9F06-2C54-4E7A-8EEC-C7AE080AB5B0}" srcOrd="1" destOrd="0" presId="urn:microsoft.com/office/officeart/2005/8/layout/vList6"/>
    <dgm:cxn modelId="{0CF5A7B5-1640-4B90-95C2-CC6782D97F47}" type="presParOf" srcId="{EE8284C1-2A07-4781-B188-C159ADD5D3B0}" destId="{5A31920E-CCD5-4A84-BC79-2D8FEB8CB43B}" srcOrd="3" destOrd="0" presId="urn:microsoft.com/office/officeart/2005/8/layout/vList6"/>
    <dgm:cxn modelId="{39CEE37A-1076-4472-9C62-C031942AFF79}" type="presParOf" srcId="{EE8284C1-2A07-4781-B188-C159ADD5D3B0}" destId="{9244B879-895D-40CA-90BA-5B7503EE31B0}" srcOrd="4" destOrd="0" presId="urn:microsoft.com/office/officeart/2005/8/layout/vList6"/>
    <dgm:cxn modelId="{2F8ACD7E-AB33-4B46-82EF-422DBB70B50A}" type="presParOf" srcId="{9244B879-895D-40CA-90BA-5B7503EE31B0}" destId="{8DEB1C93-709B-400D-9CD0-96B91E5B65E2}" srcOrd="0" destOrd="0" presId="urn:microsoft.com/office/officeart/2005/8/layout/vList6"/>
    <dgm:cxn modelId="{AE4B5298-49C6-42C4-8C4E-B44AD296803D}" type="presParOf" srcId="{9244B879-895D-40CA-90BA-5B7503EE31B0}" destId="{EDA95AE8-3BE7-4EAA-AAF8-3C15342FE9E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F15B7A-2C66-4315-8ED6-18B251E3313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FF6C6947-60A2-4690-9EB3-2FB1C76C6A79}">
      <dgm:prSet phldrT="[Testo]" custT="1"/>
      <dgm:spPr>
        <a:solidFill>
          <a:srgbClr val="169C9A"/>
        </a:solidFill>
      </dgm:spPr>
      <dgm:t>
        <a:bodyPr/>
        <a:lstStyle/>
        <a:p>
          <a:pPr algn="ctr" rtl="0"/>
          <a:r>
            <a:rPr lang="it-IT" sz="1600" b="1">
              <a:solidFill>
                <a:schemeClr val="bg1"/>
              </a:solidFill>
            </a:rPr>
            <a:t>-</a:t>
          </a:r>
          <a:r>
            <a:rPr lang="it-IT" sz="1800" b="1">
              <a:latin typeface="+mn-lt"/>
            </a:rPr>
            <a:t>Patch</a:t>
          </a:r>
          <a:r>
            <a:rPr lang="it-IT" sz="1800" b="1"/>
            <a:t> </a:t>
          </a:r>
          <a:r>
            <a:rPr lang="it-IT" sz="1800" b="1" err="1"/>
            <a:t>geometry</a:t>
          </a:r>
          <a:endParaRPr lang="it-IT" sz="1800" b="1"/>
        </a:p>
        <a:p>
          <a:pPr algn="ctr"/>
          <a:r>
            <a:rPr lang="it-IT" sz="1800" b="1">
              <a:solidFill>
                <a:schemeClr val="bg1"/>
              </a:solidFill>
            </a:rPr>
            <a:t>-S11</a:t>
          </a:r>
        </a:p>
      </dgm:t>
    </dgm:pt>
    <dgm:pt modelId="{C2653E6D-8449-42BD-B365-8C7310B9236C}" type="parTrans" cxnId="{8877B00F-CB16-4E1D-8924-2D3E9163AD41}">
      <dgm:prSet/>
      <dgm:spPr/>
      <dgm:t>
        <a:bodyPr/>
        <a:lstStyle/>
        <a:p>
          <a:endParaRPr lang="it-IT"/>
        </a:p>
      </dgm:t>
    </dgm:pt>
    <dgm:pt modelId="{19F5D345-9451-4D03-8ADF-EF704AFDB388}" type="sibTrans" cxnId="{8877B00F-CB16-4E1D-8924-2D3E9163AD41}">
      <dgm:prSet/>
      <dgm:spPr>
        <a:ln>
          <a:solidFill>
            <a:schemeClr val="tx1"/>
          </a:solidFill>
        </a:ln>
      </dgm:spPr>
      <dgm:t>
        <a:bodyPr/>
        <a:lstStyle/>
        <a:p>
          <a:endParaRPr lang="it-IT"/>
        </a:p>
      </dgm:t>
    </dgm:pt>
    <dgm:pt modelId="{F5668AF5-A4F1-475B-8730-E1113061439B}">
      <dgm:prSet phldrT="[Testo]" custT="1"/>
      <dgm:spPr>
        <a:solidFill>
          <a:srgbClr val="169C9A"/>
        </a:solidFill>
      </dgm:spPr>
      <dgm:t>
        <a:bodyPr/>
        <a:lstStyle/>
        <a:p>
          <a:pPr rtl="0"/>
          <a:r>
            <a:rPr lang="it-IT" sz="1800" b="1"/>
            <a:t>-</a:t>
          </a:r>
          <a:r>
            <a:rPr lang="it-IT" sz="1800" b="1">
              <a:latin typeface="Calibri "/>
            </a:rPr>
            <a:t>Mesh</a:t>
          </a:r>
          <a:r>
            <a:rPr lang="it-IT" sz="1800" b="1"/>
            <a:t> </a:t>
          </a:r>
          <a:r>
            <a:rPr lang="it-IT" sz="1800" b="1" err="1"/>
            <a:t>optimization</a:t>
          </a:r>
          <a:endParaRPr lang="it-IT" sz="1800" b="1"/>
        </a:p>
        <a:p>
          <a:r>
            <a:rPr lang="it-IT" sz="1800" b="1"/>
            <a:t>-</a:t>
          </a:r>
          <a:r>
            <a:rPr lang="it-IT" sz="1800" b="1" err="1">
              <a:latin typeface="Calibri "/>
            </a:rPr>
            <a:t>Resonance</a:t>
          </a:r>
          <a:endParaRPr lang="it-IT" sz="1800" b="1">
            <a:latin typeface="Calibri "/>
          </a:endParaRPr>
        </a:p>
      </dgm:t>
    </dgm:pt>
    <dgm:pt modelId="{193B4987-5E16-4913-AA6E-AD33525CD8DE}" type="parTrans" cxnId="{91577FD9-C1A4-4E63-80BE-0CD4980F26BF}">
      <dgm:prSet/>
      <dgm:spPr/>
      <dgm:t>
        <a:bodyPr/>
        <a:lstStyle/>
        <a:p>
          <a:endParaRPr lang="it-IT"/>
        </a:p>
      </dgm:t>
    </dgm:pt>
    <dgm:pt modelId="{B8C040B6-AD88-4BD5-870C-4C8614B2C7DA}" type="sibTrans" cxnId="{91577FD9-C1A4-4E63-80BE-0CD4980F26BF}">
      <dgm:prSet/>
      <dgm:spPr/>
      <dgm:t>
        <a:bodyPr/>
        <a:lstStyle/>
        <a:p>
          <a:endParaRPr lang="it-IT"/>
        </a:p>
      </dgm:t>
    </dgm:pt>
    <dgm:pt modelId="{AA8E0757-2DC9-48F7-B22C-C9975E12B0FA}">
      <dgm:prSet phldrT="[Testo]" custT="1"/>
      <dgm:spPr>
        <a:solidFill>
          <a:srgbClr val="169C9A"/>
        </a:solidFill>
      </dgm:spPr>
      <dgm:t>
        <a:bodyPr/>
        <a:lstStyle/>
        <a:p>
          <a:r>
            <a:rPr lang="it-IT" sz="1600" b="1"/>
            <a:t>-</a:t>
          </a:r>
          <a:r>
            <a:rPr lang="it-IT" sz="1800" b="1" err="1"/>
            <a:t>Optimized</a:t>
          </a:r>
          <a:r>
            <a:rPr lang="it-IT" sz="1800" b="1"/>
            <a:t> patch</a:t>
          </a:r>
        </a:p>
      </dgm:t>
    </dgm:pt>
    <dgm:pt modelId="{F564D5BB-6764-40DD-BA31-D4CC978E4EC4}" type="parTrans" cxnId="{6B5C6BC3-6A4A-43F6-9061-3BE025251D55}">
      <dgm:prSet/>
      <dgm:spPr/>
      <dgm:t>
        <a:bodyPr/>
        <a:lstStyle/>
        <a:p>
          <a:endParaRPr lang="it-IT"/>
        </a:p>
      </dgm:t>
    </dgm:pt>
    <dgm:pt modelId="{4DCE182A-D98B-4ECC-A651-5755F3B28E93}" type="sibTrans" cxnId="{6B5C6BC3-6A4A-43F6-9061-3BE025251D55}">
      <dgm:prSet/>
      <dgm:spPr/>
      <dgm:t>
        <a:bodyPr/>
        <a:lstStyle/>
        <a:p>
          <a:endParaRPr lang="it-IT"/>
        </a:p>
      </dgm:t>
    </dgm:pt>
    <dgm:pt modelId="{26F4764C-0EAE-4C38-A909-C110A3D0CE0B}">
      <dgm:prSet custT="1"/>
      <dgm:spPr>
        <a:solidFill>
          <a:srgbClr val="169C9A"/>
        </a:solidFill>
      </dgm:spPr>
      <dgm:t>
        <a:bodyPr/>
        <a:lstStyle/>
        <a:p>
          <a:r>
            <a:rPr lang="it-IT" sz="1600" b="1"/>
            <a:t>-</a:t>
          </a:r>
          <a:r>
            <a:rPr lang="it-IT" sz="1800" b="1"/>
            <a:t>Array </a:t>
          </a:r>
          <a:r>
            <a:rPr lang="it-IT" sz="1800" b="1" err="1"/>
            <a:t>synthesis</a:t>
          </a:r>
          <a:r>
            <a:rPr lang="it-IT" sz="1800" b="1"/>
            <a:t>  </a:t>
          </a:r>
        </a:p>
      </dgm:t>
    </dgm:pt>
    <dgm:pt modelId="{368F0B46-C8DB-429B-B7FB-476855F00DD2}" type="parTrans" cxnId="{A02DB817-4327-466E-9E27-4B1C541D8ED1}">
      <dgm:prSet/>
      <dgm:spPr/>
      <dgm:t>
        <a:bodyPr/>
        <a:lstStyle/>
        <a:p>
          <a:endParaRPr lang="it-IT"/>
        </a:p>
      </dgm:t>
    </dgm:pt>
    <dgm:pt modelId="{730496F3-87D4-402B-BACB-AC3C16E273B3}" type="sibTrans" cxnId="{A02DB817-4327-466E-9E27-4B1C541D8ED1}">
      <dgm:prSet/>
      <dgm:spPr/>
      <dgm:t>
        <a:bodyPr/>
        <a:lstStyle/>
        <a:p>
          <a:endParaRPr lang="it-IT"/>
        </a:p>
      </dgm:t>
    </dgm:pt>
    <dgm:pt modelId="{E63CB6CA-C49A-48EF-B745-3537247AD147}">
      <dgm:prSet custT="1"/>
      <dgm:spPr>
        <a:solidFill>
          <a:srgbClr val="169C9A"/>
        </a:solidFill>
      </dgm:spPr>
      <dgm:t>
        <a:bodyPr/>
        <a:lstStyle/>
        <a:p>
          <a:r>
            <a:rPr lang="it-IT" sz="1800" b="1"/>
            <a:t>-</a:t>
          </a:r>
          <a:r>
            <a:rPr lang="en-US" sz="1800" b="1"/>
            <a:t>Optimization of the top patch</a:t>
          </a:r>
          <a:endParaRPr lang="it-IT" sz="1800" b="1"/>
        </a:p>
      </dgm:t>
    </dgm:pt>
    <dgm:pt modelId="{BDAE0886-F460-4706-9E70-084F809726C5}" type="parTrans" cxnId="{AEA81ED6-BF8A-4F56-8425-EBFD6788FAA6}">
      <dgm:prSet/>
      <dgm:spPr/>
      <dgm:t>
        <a:bodyPr/>
        <a:lstStyle/>
        <a:p>
          <a:endParaRPr lang="it-IT"/>
        </a:p>
      </dgm:t>
    </dgm:pt>
    <dgm:pt modelId="{A2742F15-6819-49DE-99B1-017B5D60827E}" type="sibTrans" cxnId="{AEA81ED6-BF8A-4F56-8425-EBFD6788FAA6}">
      <dgm:prSet/>
      <dgm:spPr/>
      <dgm:t>
        <a:bodyPr/>
        <a:lstStyle/>
        <a:p>
          <a:endParaRPr lang="it-IT"/>
        </a:p>
      </dgm:t>
    </dgm:pt>
    <dgm:pt modelId="{80820E5E-A2B1-41D3-A925-59F65B26DEB9}" type="pres">
      <dgm:prSet presAssocID="{F7F15B7A-2C66-4315-8ED6-18B251E3313D}" presName="Name0" presStyleCnt="0">
        <dgm:presLayoutVars>
          <dgm:chMax val="7"/>
          <dgm:chPref val="7"/>
          <dgm:dir/>
        </dgm:presLayoutVars>
      </dgm:prSet>
      <dgm:spPr/>
    </dgm:pt>
    <dgm:pt modelId="{A8F3D0BD-0195-4B88-8ADE-7D08B16F4A23}" type="pres">
      <dgm:prSet presAssocID="{F7F15B7A-2C66-4315-8ED6-18B251E3313D}" presName="Name1" presStyleCnt="0"/>
      <dgm:spPr/>
    </dgm:pt>
    <dgm:pt modelId="{C300DA65-9893-4AC5-8FAE-252920B1C509}" type="pres">
      <dgm:prSet presAssocID="{F7F15B7A-2C66-4315-8ED6-18B251E3313D}" presName="cycle" presStyleCnt="0"/>
      <dgm:spPr/>
    </dgm:pt>
    <dgm:pt modelId="{9F375700-DE2A-4FAC-918A-341BCE85B5C7}" type="pres">
      <dgm:prSet presAssocID="{F7F15B7A-2C66-4315-8ED6-18B251E3313D}" presName="srcNode" presStyleLbl="node1" presStyleIdx="0" presStyleCnt="5"/>
      <dgm:spPr/>
    </dgm:pt>
    <dgm:pt modelId="{A511E55D-5818-4F5E-821C-E5B3D6AAA677}" type="pres">
      <dgm:prSet presAssocID="{F7F15B7A-2C66-4315-8ED6-18B251E3313D}" presName="conn" presStyleLbl="parChTrans1D2" presStyleIdx="0" presStyleCnt="1"/>
      <dgm:spPr/>
    </dgm:pt>
    <dgm:pt modelId="{958BA2E8-19A1-43F4-B87A-088507F9E5F8}" type="pres">
      <dgm:prSet presAssocID="{F7F15B7A-2C66-4315-8ED6-18B251E3313D}" presName="extraNode" presStyleLbl="node1" presStyleIdx="0" presStyleCnt="5"/>
      <dgm:spPr/>
    </dgm:pt>
    <dgm:pt modelId="{C57732B6-36DD-4B9B-BAD6-27956D4F61FD}" type="pres">
      <dgm:prSet presAssocID="{F7F15B7A-2C66-4315-8ED6-18B251E3313D}" presName="dstNode" presStyleLbl="node1" presStyleIdx="0" presStyleCnt="5"/>
      <dgm:spPr/>
    </dgm:pt>
    <dgm:pt modelId="{2FF698B9-CAB3-470E-8B2B-0A33550DE1FC}" type="pres">
      <dgm:prSet presAssocID="{FF6C6947-60A2-4690-9EB3-2FB1C76C6A79}" presName="text_1" presStyleLbl="node1" presStyleIdx="0" presStyleCnt="5" custScaleX="49336" custLinFactNeighborX="-13849" custLinFactNeighborY="-1196">
        <dgm:presLayoutVars>
          <dgm:bulletEnabled val="1"/>
        </dgm:presLayoutVars>
      </dgm:prSet>
      <dgm:spPr/>
    </dgm:pt>
    <dgm:pt modelId="{7B101880-762D-4C12-83C2-6DA1DBE2D908}" type="pres">
      <dgm:prSet presAssocID="{FF6C6947-60A2-4690-9EB3-2FB1C76C6A79}" presName="accent_1" presStyleCnt="0"/>
      <dgm:spPr/>
    </dgm:pt>
    <dgm:pt modelId="{83C2874D-A5D6-4276-9C7E-7AE1D3AD0EDB}" type="pres">
      <dgm:prSet presAssocID="{FF6C6947-60A2-4690-9EB3-2FB1C76C6A79}" presName="accentRepeatNode" presStyleLbl="solidFgAcc1" presStyleIdx="0" presStyleCnt="5" custLinFactNeighborX="-5013" custLinFactNeighborY="-6131"/>
      <dgm:spPr>
        <a:ln>
          <a:solidFill>
            <a:schemeClr val="tx1"/>
          </a:solidFill>
        </a:ln>
      </dgm:spPr>
    </dgm:pt>
    <dgm:pt modelId="{FC725D47-A8A6-4E30-AD2A-65D4846982B3}" type="pres">
      <dgm:prSet presAssocID="{F5668AF5-A4F1-475B-8730-E1113061439B}" presName="text_2" presStyleLbl="node1" presStyleIdx="1" presStyleCnt="5" custScaleX="65305" custScaleY="100468" custLinFactNeighborX="-11547" custLinFactNeighborY="9115">
        <dgm:presLayoutVars>
          <dgm:bulletEnabled val="1"/>
        </dgm:presLayoutVars>
      </dgm:prSet>
      <dgm:spPr/>
    </dgm:pt>
    <dgm:pt modelId="{F28725A6-1A1B-49B8-8BF9-AEE3966D7680}" type="pres">
      <dgm:prSet presAssocID="{F5668AF5-A4F1-475B-8730-E1113061439B}" presName="accent_2" presStyleCnt="0"/>
      <dgm:spPr/>
    </dgm:pt>
    <dgm:pt modelId="{BA93763B-6605-4063-B352-25BDE017431A}" type="pres">
      <dgm:prSet presAssocID="{F5668AF5-A4F1-475B-8730-E1113061439B}" presName="accentRepeatNode" presStyleLbl="solidFgAcc1" presStyleIdx="1" presStyleCnt="5" custScaleX="94615" custScaleY="97153" custLinFactY="-21798" custLinFactNeighborX="18618" custLinFactNeighborY="-100000"/>
      <dgm:spPr>
        <a:ln>
          <a:solidFill>
            <a:schemeClr val="tx1"/>
          </a:solidFill>
        </a:ln>
      </dgm:spPr>
    </dgm:pt>
    <dgm:pt modelId="{91C1D08A-D6F8-45C7-816F-095D0AB39FEB}" type="pres">
      <dgm:prSet presAssocID="{AA8E0757-2DC9-48F7-B22C-C9975E12B0FA}" presName="text_3" presStyleLbl="node1" presStyleIdx="2" presStyleCnt="5" custScaleX="56575" custScaleY="99607" custLinFactNeighborX="-25071" custLinFactNeighborY="-2144">
        <dgm:presLayoutVars>
          <dgm:bulletEnabled val="1"/>
        </dgm:presLayoutVars>
      </dgm:prSet>
      <dgm:spPr/>
    </dgm:pt>
    <dgm:pt modelId="{EB378D23-066B-4451-9688-4F53D88269F5}" type="pres">
      <dgm:prSet presAssocID="{AA8E0757-2DC9-48F7-B22C-C9975E12B0FA}" presName="accent_3" presStyleCnt="0"/>
      <dgm:spPr/>
    </dgm:pt>
    <dgm:pt modelId="{A9C0BB1D-3079-44AA-9A92-46BA9741CE6B}" type="pres">
      <dgm:prSet presAssocID="{AA8E0757-2DC9-48F7-B22C-C9975E12B0FA}" presName="accentRepeatNode" presStyleLbl="solidFgAcc1" presStyleIdx="2" presStyleCnt="5" custLinFactY="-16967" custLinFactNeighborX="-75232" custLinFactNeighborY="-100000"/>
      <dgm:spPr>
        <a:ln>
          <a:solidFill>
            <a:schemeClr val="tx1"/>
          </a:solidFill>
        </a:ln>
      </dgm:spPr>
    </dgm:pt>
    <dgm:pt modelId="{794290DB-E674-4FD5-A325-020A43C6C66A}" type="pres">
      <dgm:prSet presAssocID="{E63CB6CA-C49A-48EF-B745-3537247AD147}" presName="text_4" presStyleLbl="node1" presStyleIdx="3" presStyleCnt="5" custScaleX="57763" custLinFactNeighborX="-16576" custLinFactNeighborY="-8123">
        <dgm:presLayoutVars>
          <dgm:bulletEnabled val="1"/>
        </dgm:presLayoutVars>
      </dgm:prSet>
      <dgm:spPr/>
    </dgm:pt>
    <dgm:pt modelId="{E944EB9B-D626-4B81-B027-1449BD82D9C1}" type="pres">
      <dgm:prSet presAssocID="{E63CB6CA-C49A-48EF-B745-3537247AD147}" presName="accent_4" presStyleCnt="0"/>
      <dgm:spPr/>
    </dgm:pt>
    <dgm:pt modelId="{CBC80729-74B9-470E-8F18-BE8E1E3E752E}" type="pres">
      <dgm:prSet presAssocID="{E63CB6CA-C49A-48EF-B745-3537247AD147}" presName="accentRepeatNode" presStyleLbl="solidFgAcc1" presStyleIdx="3" presStyleCnt="5" custLinFactY="-100000" custLinFactNeighborX="33678" custLinFactNeighborY="-134829"/>
      <dgm:spPr>
        <a:ln>
          <a:solidFill>
            <a:schemeClr val="tx1"/>
          </a:solidFill>
        </a:ln>
      </dgm:spPr>
    </dgm:pt>
    <dgm:pt modelId="{28744A7C-E79E-480A-BD20-AA1D62A0315F}" type="pres">
      <dgm:prSet presAssocID="{26F4764C-0EAE-4C38-A909-C110A3D0CE0B}" presName="text_5" presStyleLbl="node1" presStyleIdx="4" presStyleCnt="5" custScaleX="46671" custScaleY="98103" custLinFactNeighborX="-26457" custLinFactNeighborY="-24157">
        <dgm:presLayoutVars>
          <dgm:bulletEnabled val="1"/>
        </dgm:presLayoutVars>
      </dgm:prSet>
      <dgm:spPr/>
    </dgm:pt>
    <dgm:pt modelId="{B5B01843-769F-4484-8AD4-9AF76CA9EB9C}" type="pres">
      <dgm:prSet presAssocID="{26F4764C-0EAE-4C38-A909-C110A3D0CE0B}" presName="accent_5" presStyleCnt="0"/>
      <dgm:spPr/>
    </dgm:pt>
    <dgm:pt modelId="{CCA434E1-CC71-478F-8790-DF54278EFBC6}" type="pres">
      <dgm:prSet presAssocID="{26F4764C-0EAE-4C38-A909-C110A3D0CE0B}" presName="accentRepeatNode" presStyleLbl="solidFgAcc1" presStyleIdx="4" presStyleCnt="5" custLinFactY="-100000" custLinFactNeighborX="63750" custLinFactNeighborY="-144949"/>
      <dgm:spPr>
        <a:ln>
          <a:solidFill>
            <a:schemeClr val="tx1"/>
          </a:solidFill>
        </a:ln>
      </dgm:spPr>
    </dgm:pt>
  </dgm:ptLst>
  <dgm:cxnLst>
    <dgm:cxn modelId="{84674F0E-C40D-43C9-A9C5-1554D63323B2}" type="presOf" srcId="{F5668AF5-A4F1-475B-8730-E1113061439B}" destId="{FC725D47-A8A6-4E30-AD2A-65D4846982B3}" srcOrd="0" destOrd="0" presId="urn:microsoft.com/office/officeart/2008/layout/VerticalCurvedList"/>
    <dgm:cxn modelId="{8877B00F-CB16-4E1D-8924-2D3E9163AD41}" srcId="{F7F15B7A-2C66-4315-8ED6-18B251E3313D}" destId="{FF6C6947-60A2-4690-9EB3-2FB1C76C6A79}" srcOrd="0" destOrd="0" parTransId="{C2653E6D-8449-42BD-B365-8C7310B9236C}" sibTransId="{19F5D345-9451-4D03-8ADF-EF704AFDB388}"/>
    <dgm:cxn modelId="{9EBCF011-4E3F-4F02-A3D9-E0F83F10596C}" type="presOf" srcId="{FF6C6947-60A2-4690-9EB3-2FB1C76C6A79}" destId="{2FF698B9-CAB3-470E-8B2B-0A33550DE1FC}" srcOrd="0" destOrd="0" presId="urn:microsoft.com/office/officeart/2008/layout/VerticalCurvedList"/>
    <dgm:cxn modelId="{A02DB817-4327-466E-9E27-4B1C541D8ED1}" srcId="{F7F15B7A-2C66-4315-8ED6-18B251E3313D}" destId="{26F4764C-0EAE-4C38-A909-C110A3D0CE0B}" srcOrd="4" destOrd="0" parTransId="{368F0B46-C8DB-429B-B7FB-476855F00DD2}" sibTransId="{730496F3-87D4-402B-BACB-AC3C16E273B3}"/>
    <dgm:cxn modelId="{F8899174-D006-412B-AED1-18366AE6ED5D}" type="presOf" srcId="{AA8E0757-2DC9-48F7-B22C-C9975E12B0FA}" destId="{91C1D08A-D6F8-45C7-816F-095D0AB39FEB}" srcOrd="0" destOrd="0" presId="urn:microsoft.com/office/officeart/2008/layout/VerticalCurvedList"/>
    <dgm:cxn modelId="{FEC10376-196A-430F-93F6-C6EA177AAD1D}" type="presOf" srcId="{19F5D345-9451-4D03-8ADF-EF704AFDB388}" destId="{A511E55D-5818-4F5E-821C-E5B3D6AAA677}" srcOrd="0" destOrd="0" presId="urn:microsoft.com/office/officeart/2008/layout/VerticalCurvedList"/>
    <dgm:cxn modelId="{911E3593-E538-4D06-B969-1E424C95EC37}" type="presOf" srcId="{26F4764C-0EAE-4C38-A909-C110A3D0CE0B}" destId="{28744A7C-E79E-480A-BD20-AA1D62A0315F}" srcOrd="0" destOrd="0" presId="urn:microsoft.com/office/officeart/2008/layout/VerticalCurvedList"/>
    <dgm:cxn modelId="{1042B5B3-3102-415B-AD61-92B2F36BE1B0}" type="presOf" srcId="{F7F15B7A-2C66-4315-8ED6-18B251E3313D}" destId="{80820E5E-A2B1-41D3-A925-59F65B26DEB9}" srcOrd="0" destOrd="0" presId="urn:microsoft.com/office/officeart/2008/layout/VerticalCurvedList"/>
    <dgm:cxn modelId="{6B5C6BC3-6A4A-43F6-9061-3BE025251D55}" srcId="{F7F15B7A-2C66-4315-8ED6-18B251E3313D}" destId="{AA8E0757-2DC9-48F7-B22C-C9975E12B0FA}" srcOrd="2" destOrd="0" parTransId="{F564D5BB-6764-40DD-BA31-D4CC978E4EC4}" sibTransId="{4DCE182A-D98B-4ECC-A651-5755F3B28E93}"/>
    <dgm:cxn modelId="{AEA81ED6-BF8A-4F56-8425-EBFD6788FAA6}" srcId="{F7F15B7A-2C66-4315-8ED6-18B251E3313D}" destId="{E63CB6CA-C49A-48EF-B745-3537247AD147}" srcOrd="3" destOrd="0" parTransId="{BDAE0886-F460-4706-9E70-084F809726C5}" sibTransId="{A2742F15-6819-49DE-99B1-017B5D60827E}"/>
    <dgm:cxn modelId="{91577FD9-C1A4-4E63-80BE-0CD4980F26BF}" srcId="{F7F15B7A-2C66-4315-8ED6-18B251E3313D}" destId="{F5668AF5-A4F1-475B-8730-E1113061439B}" srcOrd="1" destOrd="0" parTransId="{193B4987-5E16-4913-AA6E-AD33525CD8DE}" sibTransId="{B8C040B6-AD88-4BD5-870C-4C8614B2C7DA}"/>
    <dgm:cxn modelId="{0DBD77EA-4344-47C8-9841-07986739E3ED}" type="presOf" srcId="{E63CB6CA-C49A-48EF-B745-3537247AD147}" destId="{794290DB-E674-4FD5-A325-020A43C6C66A}" srcOrd="0" destOrd="0" presId="urn:microsoft.com/office/officeart/2008/layout/VerticalCurvedList"/>
    <dgm:cxn modelId="{ED3DE2BD-4651-414F-A93B-2011A078AB27}" type="presParOf" srcId="{80820E5E-A2B1-41D3-A925-59F65B26DEB9}" destId="{A8F3D0BD-0195-4B88-8ADE-7D08B16F4A23}" srcOrd="0" destOrd="0" presId="urn:microsoft.com/office/officeart/2008/layout/VerticalCurvedList"/>
    <dgm:cxn modelId="{5E45CD61-101F-401F-AF5F-95C36EF256EE}" type="presParOf" srcId="{A8F3D0BD-0195-4B88-8ADE-7D08B16F4A23}" destId="{C300DA65-9893-4AC5-8FAE-252920B1C509}" srcOrd="0" destOrd="0" presId="urn:microsoft.com/office/officeart/2008/layout/VerticalCurvedList"/>
    <dgm:cxn modelId="{79E2BC8A-E9E3-4670-AA04-4B0E1E2FB96D}" type="presParOf" srcId="{C300DA65-9893-4AC5-8FAE-252920B1C509}" destId="{9F375700-DE2A-4FAC-918A-341BCE85B5C7}" srcOrd="0" destOrd="0" presId="urn:microsoft.com/office/officeart/2008/layout/VerticalCurvedList"/>
    <dgm:cxn modelId="{A7B099C5-775D-427E-9FC2-503F7938F3C6}" type="presParOf" srcId="{C300DA65-9893-4AC5-8FAE-252920B1C509}" destId="{A511E55D-5818-4F5E-821C-E5B3D6AAA677}" srcOrd="1" destOrd="0" presId="urn:microsoft.com/office/officeart/2008/layout/VerticalCurvedList"/>
    <dgm:cxn modelId="{5B781FA3-CD33-4401-A249-20C98F2A8F62}" type="presParOf" srcId="{C300DA65-9893-4AC5-8FAE-252920B1C509}" destId="{958BA2E8-19A1-43F4-B87A-088507F9E5F8}" srcOrd="2" destOrd="0" presId="urn:microsoft.com/office/officeart/2008/layout/VerticalCurvedList"/>
    <dgm:cxn modelId="{831F6924-965B-4DCF-8324-F1A73CBB5E20}" type="presParOf" srcId="{C300DA65-9893-4AC5-8FAE-252920B1C509}" destId="{C57732B6-36DD-4B9B-BAD6-27956D4F61FD}" srcOrd="3" destOrd="0" presId="urn:microsoft.com/office/officeart/2008/layout/VerticalCurvedList"/>
    <dgm:cxn modelId="{6002FBEE-10EA-4A2F-86DB-52F9CABA6F68}" type="presParOf" srcId="{A8F3D0BD-0195-4B88-8ADE-7D08B16F4A23}" destId="{2FF698B9-CAB3-470E-8B2B-0A33550DE1FC}" srcOrd="1" destOrd="0" presId="urn:microsoft.com/office/officeart/2008/layout/VerticalCurvedList"/>
    <dgm:cxn modelId="{5534C1B6-C810-40BB-8326-21DF6AF79D1D}" type="presParOf" srcId="{A8F3D0BD-0195-4B88-8ADE-7D08B16F4A23}" destId="{7B101880-762D-4C12-83C2-6DA1DBE2D908}" srcOrd="2" destOrd="0" presId="urn:microsoft.com/office/officeart/2008/layout/VerticalCurvedList"/>
    <dgm:cxn modelId="{BB7EF1C8-F4CE-4559-904D-A3C13B406236}" type="presParOf" srcId="{7B101880-762D-4C12-83C2-6DA1DBE2D908}" destId="{83C2874D-A5D6-4276-9C7E-7AE1D3AD0EDB}" srcOrd="0" destOrd="0" presId="urn:microsoft.com/office/officeart/2008/layout/VerticalCurvedList"/>
    <dgm:cxn modelId="{9403E51B-33F6-4A6D-AC26-B97F820B5C7E}" type="presParOf" srcId="{A8F3D0BD-0195-4B88-8ADE-7D08B16F4A23}" destId="{FC725D47-A8A6-4E30-AD2A-65D4846982B3}" srcOrd="3" destOrd="0" presId="urn:microsoft.com/office/officeart/2008/layout/VerticalCurvedList"/>
    <dgm:cxn modelId="{ED561C18-E597-4DEF-B5D8-2546BA56ACED}" type="presParOf" srcId="{A8F3D0BD-0195-4B88-8ADE-7D08B16F4A23}" destId="{F28725A6-1A1B-49B8-8BF9-AEE3966D7680}" srcOrd="4" destOrd="0" presId="urn:microsoft.com/office/officeart/2008/layout/VerticalCurvedList"/>
    <dgm:cxn modelId="{EEE8C988-32B4-4F20-9C07-254796996E83}" type="presParOf" srcId="{F28725A6-1A1B-49B8-8BF9-AEE3966D7680}" destId="{BA93763B-6605-4063-B352-25BDE017431A}" srcOrd="0" destOrd="0" presId="urn:microsoft.com/office/officeart/2008/layout/VerticalCurvedList"/>
    <dgm:cxn modelId="{DBED85A2-0CB8-42B9-B58C-E4BB26AE12B2}" type="presParOf" srcId="{A8F3D0BD-0195-4B88-8ADE-7D08B16F4A23}" destId="{91C1D08A-D6F8-45C7-816F-095D0AB39FEB}" srcOrd="5" destOrd="0" presId="urn:microsoft.com/office/officeart/2008/layout/VerticalCurvedList"/>
    <dgm:cxn modelId="{EC316F7D-BB17-44E4-862F-9AE525135F54}" type="presParOf" srcId="{A8F3D0BD-0195-4B88-8ADE-7D08B16F4A23}" destId="{EB378D23-066B-4451-9688-4F53D88269F5}" srcOrd="6" destOrd="0" presId="urn:microsoft.com/office/officeart/2008/layout/VerticalCurvedList"/>
    <dgm:cxn modelId="{9CB25C16-E1D8-4CD7-AFDF-163D736E7C39}" type="presParOf" srcId="{EB378D23-066B-4451-9688-4F53D88269F5}" destId="{A9C0BB1D-3079-44AA-9A92-46BA9741CE6B}" srcOrd="0" destOrd="0" presId="urn:microsoft.com/office/officeart/2008/layout/VerticalCurvedList"/>
    <dgm:cxn modelId="{8164B8E5-F797-4CC4-AEE5-62A3F8516CA2}" type="presParOf" srcId="{A8F3D0BD-0195-4B88-8ADE-7D08B16F4A23}" destId="{794290DB-E674-4FD5-A325-020A43C6C66A}" srcOrd="7" destOrd="0" presId="urn:microsoft.com/office/officeart/2008/layout/VerticalCurvedList"/>
    <dgm:cxn modelId="{4C1BC9F0-A5CC-407A-854A-2B47BC4C0A88}" type="presParOf" srcId="{A8F3D0BD-0195-4B88-8ADE-7D08B16F4A23}" destId="{E944EB9B-D626-4B81-B027-1449BD82D9C1}" srcOrd="8" destOrd="0" presId="urn:microsoft.com/office/officeart/2008/layout/VerticalCurvedList"/>
    <dgm:cxn modelId="{B49C7F99-242E-4CB3-9A0E-DD65FEECAE9E}" type="presParOf" srcId="{E944EB9B-D626-4B81-B027-1449BD82D9C1}" destId="{CBC80729-74B9-470E-8F18-BE8E1E3E752E}" srcOrd="0" destOrd="0" presId="urn:microsoft.com/office/officeart/2008/layout/VerticalCurvedList"/>
    <dgm:cxn modelId="{EDCD6402-84AF-42C6-8CBE-90176F639281}" type="presParOf" srcId="{A8F3D0BD-0195-4B88-8ADE-7D08B16F4A23}" destId="{28744A7C-E79E-480A-BD20-AA1D62A0315F}" srcOrd="9" destOrd="0" presId="urn:microsoft.com/office/officeart/2008/layout/VerticalCurvedList"/>
    <dgm:cxn modelId="{8D58AC9C-C280-412B-9D51-B0E483B3DE8A}" type="presParOf" srcId="{A8F3D0BD-0195-4B88-8ADE-7D08B16F4A23}" destId="{B5B01843-769F-4484-8AD4-9AF76CA9EB9C}" srcOrd="10" destOrd="0" presId="urn:microsoft.com/office/officeart/2008/layout/VerticalCurvedList"/>
    <dgm:cxn modelId="{54C3EA4A-F25D-4CF1-8E54-275F19EC2121}" type="presParOf" srcId="{B5B01843-769F-4484-8AD4-9AF76CA9EB9C}" destId="{CCA434E1-CC71-478F-8790-DF54278EFBC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7D6076-37C6-4859-8F9A-3DD86BDE86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D0827E61-56D8-4687-A19A-5C78515C1A2F}">
      <dgm:prSet phldrT="[Testo]" phldr="0" custT="1"/>
      <dgm:spPr>
        <a:solidFill>
          <a:srgbClr val="169C9A"/>
        </a:solidFill>
      </dgm:spPr>
      <dgm:t>
        <a:bodyPr/>
        <a:lstStyle/>
        <a:p>
          <a:pPr algn="ctr" rtl="0"/>
          <a:r>
            <a:rPr lang="it-IT" sz="2100" b="1"/>
            <a:t>-</a:t>
          </a:r>
          <a:r>
            <a:rPr lang="it-IT" sz="2100" b="1" err="1"/>
            <a:t>Interpretation</a:t>
          </a:r>
          <a:r>
            <a:rPr lang="it-IT" sz="2100" b="1"/>
            <a:t> of </a:t>
          </a:r>
          <a:r>
            <a:rPr lang="it-IT" sz="2100" b="1" err="1"/>
            <a:t>results</a:t>
          </a:r>
          <a:endParaRPr lang="it-IT" sz="2100" b="1"/>
        </a:p>
      </dgm:t>
    </dgm:pt>
    <dgm:pt modelId="{53295E59-9BFB-4CB5-B2EF-9E6A79D41778}" type="parTrans" cxnId="{94D2EF59-7643-4FD4-A116-B08DB72BF7FF}">
      <dgm:prSet/>
      <dgm:spPr/>
      <dgm:t>
        <a:bodyPr/>
        <a:lstStyle/>
        <a:p>
          <a:endParaRPr lang="it-IT"/>
        </a:p>
      </dgm:t>
    </dgm:pt>
    <dgm:pt modelId="{B18B670C-5721-468C-A9B5-43B3199D173F}" type="sibTrans" cxnId="{94D2EF59-7643-4FD4-A116-B08DB72BF7FF}">
      <dgm:prSet/>
      <dgm:spPr>
        <a:ln>
          <a:solidFill>
            <a:schemeClr val="tx1"/>
          </a:solidFill>
        </a:ln>
      </dgm:spPr>
      <dgm:t>
        <a:bodyPr/>
        <a:lstStyle/>
        <a:p>
          <a:endParaRPr lang="it-IT"/>
        </a:p>
      </dgm:t>
    </dgm:pt>
    <dgm:pt modelId="{91BB2C45-660C-46E3-9F00-2EFD0C59C8CA}">
      <dgm:prSet phldrT="[Testo]"/>
      <dgm:spPr>
        <a:solidFill>
          <a:srgbClr val="169C9A"/>
        </a:solidFill>
      </dgm:spPr>
      <dgm:t>
        <a:bodyPr/>
        <a:lstStyle/>
        <a:p>
          <a:r>
            <a:rPr lang="it-IT" b="1"/>
            <a:t>-Learning from </a:t>
          </a:r>
          <a:r>
            <a:rPr lang="it-IT" b="1" err="1"/>
            <a:t>experience</a:t>
          </a:r>
          <a:endParaRPr lang="it-IT" b="1"/>
        </a:p>
      </dgm:t>
    </dgm:pt>
    <dgm:pt modelId="{FE91C86D-34C5-4416-B4A4-6B09564418D7}" type="parTrans" cxnId="{4ED76806-5606-4689-BDC3-4943F63783E3}">
      <dgm:prSet/>
      <dgm:spPr/>
      <dgm:t>
        <a:bodyPr/>
        <a:lstStyle/>
        <a:p>
          <a:endParaRPr lang="it-IT"/>
        </a:p>
      </dgm:t>
    </dgm:pt>
    <dgm:pt modelId="{9F0A9451-E49C-48B1-8EE5-1F186FDFF779}" type="sibTrans" cxnId="{4ED76806-5606-4689-BDC3-4943F63783E3}">
      <dgm:prSet/>
      <dgm:spPr/>
      <dgm:t>
        <a:bodyPr/>
        <a:lstStyle/>
        <a:p>
          <a:endParaRPr lang="it-IT"/>
        </a:p>
      </dgm:t>
    </dgm:pt>
    <dgm:pt modelId="{1F70B8A0-3E2F-4ACB-AF1D-8529755BF36C}">
      <dgm:prSet phldrT="[Testo]" custT="1"/>
      <dgm:spPr>
        <a:solidFill>
          <a:srgbClr val="169C9A"/>
        </a:solidFill>
      </dgm:spPr>
      <dgm:t>
        <a:bodyPr/>
        <a:lstStyle/>
        <a:p>
          <a:r>
            <a:rPr lang="it-IT" sz="1800" b="1" i="0"/>
            <a:t>-</a:t>
          </a:r>
          <a:r>
            <a:rPr lang="it-IT" sz="1800" b="1" i="0" err="1"/>
            <a:t>Calculation</a:t>
          </a:r>
          <a:r>
            <a:rPr lang="it-IT" sz="1800" b="1" i="0"/>
            <a:t> speed</a:t>
          </a:r>
        </a:p>
      </dgm:t>
    </dgm:pt>
    <dgm:pt modelId="{9F69EA1A-F208-476A-A858-21B55F5D37F1}" type="parTrans" cxnId="{1ECD8007-CE6E-4F60-9DEC-999C4D443833}">
      <dgm:prSet/>
      <dgm:spPr/>
      <dgm:t>
        <a:bodyPr/>
        <a:lstStyle/>
        <a:p>
          <a:endParaRPr lang="it-IT"/>
        </a:p>
      </dgm:t>
    </dgm:pt>
    <dgm:pt modelId="{351FFD36-9C02-42AF-9D9A-B96B37984A5A}" type="sibTrans" cxnId="{1ECD8007-CE6E-4F60-9DEC-999C4D443833}">
      <dgm:prSet/>
      <dgm:spPr/>
      <dgm:t>
        <a:bodyPr/>
        <a:lstStyle/>
        <a:p>
          <a:endParaRPr lang="it-IT"/>
        </a:p>
      </dgm:t>
    </dgm:pt>
    <dgm:pt modelId="{39FD9A66-A5A7-4472-A121-E814CC154722}" type="pres">
      <dgm:prSet presAssocID="{A37D6076-37C6-4859-8F9A-3DD86BDE861B}" presName="Name0" presStyleCnt="0">
        <dgm:presLayoutVars>
          <dgm:chMax val="7"/>
          <dgm:chPref val="7"/>
          <dgm:dir val="rev"/>
        </dgm:presLayoutVars>
      </dgm:prSet>
      <dgm:spPr/>
    </dgm:pt>
    <dgm:pt modelId="{CEFD5A1F-E3CB-4DCE-B7F9-55A0B5C74EF9}" type="pres">
      <dgm:prSet presAssocID="{A37D6076-37C6-4859-8F9A-3DD86BDE861B}" presName="Name1" presStyleCnt="0"/>
      <dgm:spPr/>
    </dgm:pt>
    <dgm:pt modelId="{CBDE7A23-40AA-4821-A427-286B6315E108}" type="pres">
      <dgm:prSet presAssocID="{A37D6076-37C6-4859-8F9A-3DD86BDE861B}" presName="cycle" presStyleCnt="0"/>
      <dgm:spPr/>
    </dgm:pt>
    <dgm:pt modelId="{B95E4A75-5635-40CA-BD10-501EA32B34CD}" type="pres">
      <dgm:prSet presAssocID="{A37D6076-37C6-4859-8F9A-3DD86BDE861B}" presName="srcNode" presStyleLbl="node1" presStyleIdx="0" presStyleCnt="3"/>
      <dgm:spPr/>
    </dgm:pt>
    <dgm:pt modelId="{E30CFD3E-CF88-44D6-9F1F-201D91BAFE46}" type="pres">
      <dgm:prSet presAssocID="{A37D6076-37C6-4859-8F9A-3DD86BDE861B}" presName="conn" presStyleLbl="parChTrans1D2" presStyleIdx="0" presStyleCnt="1"/>
      <dgm:spPr/>
    </dgm:pt>
    <dgm:pt modelId="{EB3D2383-6FA5-4A01-A2FB-6C7FC41CDCCB}" type="pres">
      <dgm:prSet presAssocID="{A37D6076-37C6-4859-8F9A-3DD86BDE861B}" presName="extraNode" presStyleLbl="node1" presStyleIdx="0" presStyleCnt="3"/>
      <dgm:spPr/>
    </dgm:pt>
    <dgm:pt modelId="{692AA8AD-3CDB-4356-9B62-5F59BE03CE8F}" type="pres">
      <dgm:prSet presAssocID="{A37D6076-37C6-4859-8F9A-3DD86BDE861B}" presName="dstNode" presStyleLbl="node1" presStyleIdx="0" presStyleCnt="3"/>
      <dgm:spPr/>
    </dgm:pt>
    <dgm:pt modelId="{F4CF126E-C281-4E6E-9BD2-79AD8284BF3B}" type="pres">
      <dgm:prSet presAssocID="{D0827E61-56D8-4687-A19A-5C78515C1A2F}" presName="text_1" presStyleLbl="node1" presStyleIdx="0" presStyleCnt="3" custScaleX="94270" custScaleY="77790">
        <dgm:presLayoutVars>
          <dgm:bulletEnabled val="1"/>
        </dgm:presLayoutVars>
      </dgm:prSet>
      <dgm:spPr/>
    </dgm:pt>
    <dgm:pt modelId="{D7D68734-9A54-4101-9FC2-E9490A711F73}" type="pres">
      <dgm:prSet presAssocID="{D0827E61-56D8-4687-A19A-5C78515C1A2F}" presName="accent_1" presStyleCnt="0"/>
      <dgm:spPr/>
    </dgm:pt>
    <dgm:pt modelId="{DF3FDB4A-0784-4AA3-8CE8-9BD1D0233F2B}" type="pres">
      <dgm:prSet presAssocID="{D0827E61-56D8-4687-A19A-5C78515C1A2F}" presName="accentRepeatNode" presStyleLbl="solidFgAcc1" presStyleIdx="0" presStyleCnt="3" custScaleX="73372" custScaleY="73071"/>
      <dgm:spPr>
        <a:ln>
          <a:solidFill>
            <a:schemeClr val="tx1"/>
          </a:solidFill>
        </a:ln>
      </dgm:spPr>
    </dgm:pt>
    <dgm:pt modelId="{2399CA59-4259-40E7-87D3-9E721328C853}" type="pres">
      <dgm:prSet presAssocID="{1F70B8A0-3E2F-4ACB-AF1D-8529755BF36C}" presName="text_2" presStyleLbl="node1" presStyleIdx="1" presStyleCnt="3" custScaleX="85466" custScaleY="66691">
        <dgm:presLayoutVars>
          <dgm:bulletEnabled val="1"/>
        </dgm:presLayoutVars>
      </dgm:prSet>
      <dgm:spPr/>
    </dgm:pt>
    <dgm:pt modelId="{C9AD8ED6-5FDF-4279-9783-FB12FE7394B1}" type="pres">
      <dgm:prSet presAssocID="{1F70B8A0-3E2F-4ACB-AF1D-8529755BF36C}" presName="accent_2" presStyleCnt="0"/>
      <dgm:spPr/>
    </dgm:pt>
    <dgm:pt modelId="{F2692416-F5F0-4BB9-B057-269D672ED231}" type="pres">
      <dgm:prSet presAssocID="{1F70B8A0-3E2F-4ACB-AF1D-8529755BF36C}" presName="accentRepeatNode" presStyleLbl="solidFgAcc1" presStyleIdx="1" presStyleCnt="3" custScaleX="72554" custScaleY="73757"/>
      <dgm:spPr>
        <a:ln>
          <a:solidFill>
            <a:schemeClr val="tx1"/>
          </a:solidFill>
        </a:ln>
      </dgm:spPr>
    </dgm:pt>
    <dgm:pt modelId="{2DAB7F4B-6233-4DE0-9B87-938B8B7242C5}" type="pres">
      <dgm:prSet presAssocID="{91BB2C45-660C-46E3-9F00-2EFD0C59C8CA}" presName="text_3" presStyleLbl="node1" presStyleIdx="2" presStyleCnt="3" custScaleX="70897" custScaleY="72420" custLinFactNeighborX="6573" custLinFactNeighborY="4860">
        <dgm:presLayoutVars>
          <dgm:bulletEnabled val="1"/>
        </dgm:presLayoutVars>
      </dgm:prSet>
      <dgm:spPr/>
    </dgm:pt>
    <dgm:pt modelId="{89E246D9-DEC8-4038-9086-BCBAD93B159A}" type="pres">
      <dgm:prSet presAssocID="{91BB2C45-660C-46E3-9F00-2EFD0C59C8CA}" presName="accent_3" presStyleCnt="0"/>
      <dgm:spPr/>
    </dgm:pt>
    <dgm:pt modelId="{EC18B887-E4D8-4549-B2F0-A4F677FD1398}" type="pres">
      <dgm:prSet presAssocID="{91BB2C45-660C-46E3-9F00-2EFD0C59C8CA}" presName="accentRepeatNode" presStyleLbl="solidFgAcc1" presStyleIdx="2" presStyleCnt="3" custScaleX="85182" custScaleY="77776"/>
      <dgm:spPr>
        <a:ln>
          <a:solidFill>
            <a:schemeClr val="tx1"/>
          </a:solidFill>
        </a:ln>
      </dgm:spPr>
    </dgm:pt>
  </dgm:ptLst>
  <dgm:cxnLst>
    <dgm:cxn modelId="{4ED76806-5606-4689-BDC3-4943F63783E3}" srcId="{A37D6076-37C6-4859-8F9A-3DD86BDE861B}" destId="{91BB2C45-660C-46E3-9F00-2EFD0C59C8CA}" srcOrd="2" destOrd="0" parTransId="{FE91C86D-34C5-4416-B4A4-6B09564418D7}" sibTransId="{9F0A9451-E49C-48B1-8EE5-1F186FDFF779}"/>
    <dgm:cxn modelId="{1ECD8007-CE6E-4F60-9DEC-999C4D443833}" srcId="{A37D6076-37C6-4859-8F9A-3DD86BDE861B}" destId="{1F70B8A0-3E2F-4ACB-AF1D-8529755BF36C}" srcOrd="1" destOrd="0" parTransId="{9F69EA1A-F208-476A-A858-21B55F5D37F1}" sibTransId="{351FFD36-9C02-42AF-9D9A-B96B37984A5A}"/>
    <dgm:cxn modelId="{C7A9000A-99D8-4F34-889F-090F45CE7C9E}" type="presOf" srcId="{91BB2C45-660C-46E3-9F00-2EFD0C59C8CA}" destId="{2DAB7F4B-6233-4DE0-9B87-938B8B7242C5}" srcOrd="0" destOrd="0" presId="urn:microsoft.com/office/officeart/2008/layout/VerticalCurvedList"/>
    <dgm:cxn modelId="{49791715-7E94-4D1D-9C89-B287E7983701}" type="presOf" srcId="{A37D6076-37C6-4859-8F9A-3DD86BDE861B}" destId="{39FD9A66-A5A7-4472-A121-E814CC154722}" srcOrd="0" destOrd="0" presId="urn:microsoft.com/office/officeart/2008/layout/VerticalCurvedList"/>
    <dgm:cxn modelId="{299C9230-9AC9-4DE0-A83B-EF1645AFC440}" type="presOf" srcId="{D0827E61-56D8-4687-A19A-5C78515C1A2F}" destId="{F4CF126E-C281-4E6E-9BD2-79AD8284BF3B}" srcOrd="0" destOrd="0" presId="urn:microsoft.com/office/officeart/2008/layout/VerticalCurvedList"/>
    <dgm:cxn modelId="{5086595D-6613-450E-B142-A70B0B2974D9}" type="presOf" srcId="{B18B670C-5721-468C-A9B5-43B3199D173F}" destId="{E30CFD3E-CF88-44D6-9F1F-201D91BAFE46}" srcOrd="0" destOrd="0" presId="urn:microsoft.com/office/officeart/2008/layout/VerticalCurvedList"/>
    <dgm:cxn modelId="{94D2EF59-7643-4FD4-A116-B08DB72BF7FF}" srcId="{A37D6076-37C6-4859-8F9A-3DD86BDE861B}" destId="{D0827E61-56D8-4687-A19A-5C78515C1A2F}" srcOrd="0" destOrd="0" parTransId="{53295E59-9BFB-4CB5-B2EF-9E6A79D41778}" sibTransId="{B18B670C-5721-468C-A9B5-43B3199D173F}"/>
    <dgm:cxn modelId="{DCC20EAA-7C1B-4D8B-9A37-D7C9DC370B29}" type="presOf" srcId="{1F70B8A0-3E2F-4ACB-AF1D-8529755BF36C}" destId="{2399CA59-4259-40E7-87D3-9E721328C853}" srcOrd="0" destOrd="0" presId="urn:microsoft.com/office/officeart/2008/layout/VerticalCurvedList"/>
    <dgm:cxn modelId="{513D3C7F-DEBC-4798-A263-EB4973032272}" type="presParOf" srcId="{39FD9A66-A5A7-4472-A121-E814CC154722}" destId="{CEFD5A1F-E3CB-4DCE-B7F9-55A0B5C74EF9}" srcOrd="0" destOrd="0" presId="urn:microsoft.com/office/officeart/2008/layout/VerticalCurvedList"/>
    <dgm:cxn modelId="{D346E2AA-84EF-467E-A312-95BDAD27F1A0}" type="presParOf" srcId="{CEFD5A1F-E3CB-4DCE-B7F9-55A0B5C74EF9}" destId="{CBDE7A23-40AA-4821-A427-286B6315E108}" srcOrd="0" destOrd="0" presId="urn:microsoft.com/office/officeart/2008/layout/VerticalCurvedList"/>
    <dgm:cxn modelId="{B59B7B21-13EA-4084-ABA2-1B0D8EF87A25}" type="presParOf" srcId="{CBDE7A23-40AA-4821-A427-286B6315E108}" destId="{B95E4A75-5635-40CA-BD10-501EA32B34CD}" srcOrd="0" destOrd="0" presId="urn:microsoft.com/office/officeart/2008/layout/VerticalCurvedList"/>
    <dgm:cxn modelId="{FA6926F6-35A5-4DDE-A932-6846F32B18E5}" type="presParOf" srcId="{CBDE7A23-40AA-4821-A427-286B6315E108}" destId="{E30CFD3E-CF88-44D6-9F1F-201D91BAFE46}" srcOrd="1" destOrd="0" presId="urn:microsoft.com/office/officeart/2008/layout/VerticalCurvedList"/>
    <dgm:cxn modelId="{C62CEAF6-E1DF-49BB-8072-DBF4339A272B}" type="presParOf" srcId="{CBDE7A23-40AA-4821-A427-286B6315E108}" destId="{EB3D2383-6FA5-4A01-A2FB-6C7FC41CDCCB}" srcOrd="2" destOrd="0" presId="urn:microsoft.com/office/officeart/2008/layout/VerticalCurvedList"/>
    <dgm:cxn modelId="{F9A6A561-98CA-42E8-98C0-4466F3FE5F81}" type="presParOf" srcId="{CBDE7A23-40AA-4821-A427-286B6315E108}" destId="{692AA8AD-3CDB-4356-9B62-5F59BE03CE8F}" srcOrd="3" destOrd="0" presId="urn:microsoft.com/office/officeart/2008/layout/VerticalCurvedList"/>
    <dgm:cxn modelId="{081FD640-D35B-4420-85F8-E13E7D4658AB}" type="presParOf" srcId="{CEFD5A1F-E3CB-4DCE-B7F9-55A0B5C74EF9}" destId="{F4CF126E-C281-4E6E-9BD2-79AD8284BF3B}" srcOrd="1" destOrd="0" presId="urn:microsoft.com/office/officeart/2008/layout/VerticalCurvedList"/>
    <dgm:cxn modelId="{3D2B7EEB-9D9E-44EA-BB73-E83B72D664B0}" type="presParOf" srcId="{CEFD5A1F-E3CB-4DCE-B7F9-55A0B5C74EF9}" destId="{D7D68734-9A54-4101-9FC2-E9490A711F73}" srcOrd="2" destOrd="0" presId="urn:microsoft.com/office/officeart/2008/layout/VerticalCurvedList"/>
    <dgm:cxn modelId="{EE66256D-02C7-45C0-9547-5CE1548665F7}" type="presParOf" srcId="{D7D68734-9A54-4101-9FC2-E9490A711F73}" destId="{DF3FDB4A-0784-4AA3-8CE8-9BD1D0233F2B}" srcOrd="0" destOrd="0" presId="urn:microsoft.com/office/officeart/2008/layout/VerticalCurvedList"/>
    <dgm:cxn modelId="{251BA0AD-02E6-46C0-8AF8-2EA18D5BCAD6}" type="presParOf" srcId="{CEFD5A1F-E3CB-4DCE-B7F9-55A0B5C74EF9}" destId="{2399CA59-4259-40E7-87D3-9E721328C853}" srcOrd="3" destOrd="0" presId="urn:microsoft.com/office/officeart/2008/layout/VerticalCurvedList"/>
    <dgm:cxn modelId="{353A36EB-CC75-4392-AF1D-C5F4BBE59C3A}" type="presParOf" srcId="{CEFD5A1F-E3CB-4DCE-B7F9-55A0B5C74EF9}" destId="{C9AD8ED6-5FDF-4279-9783-FB12FE7394B1}" srcOrd="4" destOrd="0" presId="urn:microsoft.com/office/officeart/2008/layout/VerticalCurvedList"/>
    <dgm:cxn modelId="{99B482B9-E3B6-4972-8E85-0CD01A970BAC}" type="presParOf" srcId="{C9AD8ED6-5FDF-4279-9783-FB12FE7394B1}" destId="{F2692416-F5F0-4BB9-B057-269D672ED231}" srcOrd="0" destOrd="0" presId="urn:microsoft.com/office/officeart/2008/layout/VerticalCurvedList"/>
    <dgm:cxn modelId="{CFA7AE60-2DE8-49EE-B3A0-EB32587AC301}" type="presParOf" srcId="{CEFD5A1F-E3CB-4DCE-B7F9-55A0B5C74EF9}" destId="{2DAB7F4B-6233-4DE0-9B87-938B8B7242C5}" srcOrd="5" destOrd="0" presId="urn:microsoft.com/office/officeart/2008/layout/VerticalCurvedList"/>
    <dgm:cxn modelId="{4529DAB8-5241-430D-A694-5974DF6BA779}" type="presParOf" srcId="{CEFD5A1F-E3CB-4DCE-B7F9-55A0B5C74EF9}" destId="{89E246D9-DEC8-4038-9086-BCBAD93B159A}" srcOrd="6" destOrd="0" presId="urn:microsoft.com/office/officeart/2008/layout/VerticalCurvedList"/>
    <dgm:cxn modelId="{F0107788-1F43-4FA9-83BB-28DBA664AEFA}" type="presParOf" srcId="{89E246D9-DEC8-4038-9086-BCBAD93B159A}" destId="{EC18B887-E4D8-4549-B2F0-A4F677FD139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972EEC0-2F2A-49B3-8D6A-3054D7AA9F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62A83E93-D1F8-4F14-B3C8-1D5A83D6FE80}">
      <dgm:prSet phldrT="[Testo]" custT="1"/>
      <dgm:spPr>
        <a:solidFill>
          <a:srgbClr val="CFD5EA"/>
        </a:solidFill>
      </dgm:spPr>
      <dgm:t>
        <a:bodyPr/>
        <a:lstStyle/>
        <a:p>
          <a:pPr rtl="0"/>
          <a:r>
            <a:rPr lang="it-IT" sz="2800" b="1">
              <a:solidFill>
                <a:schemeClr val="tx1"/>
              </a:solidFill>
              <a:latin typeface="Calibri"/>
              <a:ea typeface="Calibri"/>
              <a:cs typeface="Calibri"/>
            </a:rPr>
            <a:t>Comparison of Results</a:t>
          </a:r>
        </a:p>
      </dgm:t>
    </dgm:pt>
    <dgm:pt modelId="{0838C8EF-A415-4158-968B-75227E633952}" type="parTrans" cxnId="{81631B29-8F8E-4773-844F-94D03B098191}">
      <dgm:prSet/>
      <dgm:spPr/>
      <dgm:t>
        <a:bodyPr/>
        <a:lstStyle/>
        <a:p>
          <a:endParaRPr lang="it-IT"/>
        </a:p>
      </dgm:t>
    </dgm:pt>
    <dgm:pt modelId="{2A797CC0-E42C-4FAA-A782-D85E71BD2E5B}" type="sibTrans" cxnId="{81631B29-8F8E-4773-844F-94D03B098191}">
      <dgm:prSet/>
      <dgm:spPr/>
      <dgm:t>
        <a:bodyPr/>
        <a:lstStyle/>
        <a:p>
          <a:endParaRPr lang="it-IT"/>
        </a:p>
      </dgm:t>
    </dgm:pt>
    <dgm:pt modelId="{96C29454-948A-4821-9BD4-9C9C517B583B}" type="pres">
      <dgm:prSet presAssocID="{9972EEC0-2F2A-49B3-8D6A-3054D7AA9FF4}" presName="linear" presStyleCnt="0">
        <dgm:presLayoutVars>
          <dgm:animLvl val="lvl"/>
          <dgm:resizeHandles val="exact"/>
        </dgm:presLayoutVars>
      </dgm:prSet>
      <dgm:spPr/>
    </dgm:pt>
    <dgm:pt modelId="{B99DEC10-4F4C-4B03-AC9C-BBCF3E82F6EB}" type="pres">
      <dgm:prSet presAssocID="{62A83E93-D1F8-4F14-B3C8-1D5A83D6FE80}" presName="parentText" presStyleLbl="node1" presStyleIdx="0" presStyleCnt="1" custScaleX="79667" custScaleY="59546" custLinFactNeighborX="24444" custLinFactNeighborY="7201">
        <dgm:presLayoutVars>
          <dgm:chMax val="0"/>
          <dgm:bulletEnabled val="1"/>
        </dgm:presLayoutVars>
      </dgm:prSet>
      <dgm:spPr/>
    </dgm:pt>
  </dgm:ptLst>
  <dgm:cxnLst>
    <dgm:cxn modelId="{81631B29-8F8E-4773-844F-94D03B098191}" srcId="{9972EEC0-2F2A-49B3-8D6A-3054D7AA9FF4}" destId="{62A83E93-D1F8-4F14-B3C8-1D5A83D6FE80}" srcOrd="0" destOrd="0" parTransId="{0838C8EF-A415-4158-968B-75227E633952}" sibTransId="{2A797CC0-E42C-4FAA-A782-D85E71BD2E5B}"/>
    <dgm:cxn modelId="{210616B1-88AE-43FD-9E7F-5D6D4013CAC3}" type="presOf" srcId="{9972EEC0-2F2A-49B3-8D6A-3054D7AA9FF4}" destId="{96C29454-948A-4821-9BD4-9C9C517B583B}" srcOrd="0" destOrd="0" presId="urn:microsoft.com/office/officeart/2005/8/layout/vList2"/>
    <dgm:cxn modelId="{E0481CFB-2890-486D-B374-7E80C540DDFC}" type="presOf" srcId="{62A83E93-D1F8-4F14-B3C8-1D5A83D6FE80}" destId="{B99DEC10-4F4C-4B03-AC9C-BBCF3E82F6EB}" srcOrd="0" destOrd="0" presId="urn:microsoft.com/office/officeart/2005/8/layout/vList2"/>
    <dgm:cxn modelId="{FACD93D6-521E-4720-8F07-BED4C9C71772}" type="presParOf" srcId="{96C29454-948A-4821-9BD4-9C9C517B583B}" destId="{B99DEC10-4F4C-4B03-AC9C-BBCF3E82F6E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742213D-6792-4F57-96BD-AE231559668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F262C6-1554-4D65-B339-7FB325B358E7}">
      <dgm:prSet/>
      <dgm:spPr>
        <a:solidFill>
          <a:srgbClr val="3E4854"/>
        </a:solidFill>
      </dgm:spPr>
      <dgm:t>
        <a:bodyPr/>
        <a:lstStyle/>
        <a:p>
          <a:r>
            <a:rPr lang="it-IT" b="0">
              <a:latin typeface="Calibri"/>
              <a:ea typeface="Calibri"/>
              <a:cs typeface="Calibri"/>
            </a:rPr>
            <a:t>Pros</a:t>
          </a:r>
          <a:endParaRPr lang="en-US" b="0">
            <a:latin typeface="Calibri"/>
            <a:ea typeface="Calibri"/>
            <a:cs typeface="Calibri"/>
          </a:endParaRPr>
        </a:p>
      </dgm:t>
    </dgm:pt>
    <dgm:pt modelId="{7AF13E54-721B-46EE-AA0F-74D0397BB8E1}" type="parTrans" cxnId="{89E1822A-94F4-4823-AA14-5555301FC729}">
      <dgm:prSet/>
      <dgm:spPr/>
      <dgm:t>
        <a:bodyPr/>
        <a:lstStyle/>
        <a:p>
          <a:endParaRPr lang="en-US"/>
        </a:p>
      </dgm:t>
    </dgm:pt>
    <dgm:pt modelId="{C50970AF-31A0-4C6A-836C-7B19C48497C9}" type="sibTrans" cxnId="{89E1822A-94F4-4823-AA14-5555301FC729}">
      <dgm:prSet/>
      <dgm:spPr/>
      <dgm:t>
        <a:bodyPr/>
        <a:lstStyle/>
        <a:p>
          <a:endParaRPr lang="en-US"/>
        </a:p>
      </dgm:t>
    </dgm:pt>
    <dgm:pt modelId="{10AAF373-24D4-4533-ABF6-58A701A7AFE2}">
      <dgm:prSet/>
      <dgm:spPr/>
      <dgm:t>
        <a:bodyPr/>
        <a:lstStyle/>
        <a:p>
          <a:r>
            <a:rPr lang="en-US">
              <a:latin typeface="Calibri"/>
              <a:ea typeface="Calibri"/>
              <a:cs typeface="Calibri"/>
            </a:rPr>
            <a:t>Speed</a:t>
          </a:r>
        </a:p>
      </dgm:t>
    </dgm:pt>
    <dgm:pt modelId="{CD3EF04F-525C-4C9E-95EF-99669A8746DC}" type="parTrans" cxnId="{5330B462-B9F0-4C0A-9AF8-1F9BE236A666}">
      <dgm:prSet/>
      <dgm:spPr/>
      <dgm:t>
        <a:bodyPr/>
        <a:lstStyle/>
        <a:p>
          <a:endParaRPr lang="en-US"/>
        </a:p>
      </dgm:t>
    </dgm:pt>
    <dgm:pt modelId="{5C1C17C2-F12A-45B0-8EEB-745E2681529D}" type="sibTrans" cxnId="{5330B462-B9F0-4C0A-9AF8-1F9BE236A666}">
      <dgm:prSet/>
      <dgm:spPr/>
      <dgm:t>
        <a:bodyPr/>
        <a:lstStyle/>
        <a:p>
          <a:endParaRPr lang="en-US"/>
        </a:p>
      </dgm:t>
    </dgm:pt>
    <dgm:pt modelId="{4B73A638-CF1A-44E7-BB35-330179A5F096}">
      <dgm:prSet/>
      <dgm:spPr/>
      <dgm:t>
        <a:bodyPr/>
        <a:lstStyle/>
        <a:p>
          <a:r>
            <a:rPr lang="it-IT">
              <a:latin typeface="Calibri"/>
              <a:ea typeface="Calibri"/>
              <a:cs typeface="Calibri"/>
            </a:rPr>
            <a:t>Interactivity</a:t>
          </a:r>
          <a:endParaRPr lang="en-US">
            <a:latin typeface="Calibri"/>
            <a:ea typeface="Calibri"/>
            <a:cs typeface="Calibri"/>
          </a:endParaRPr>
        </a:p>
      </dgm:t>
    </dgm:pt>
    <dgm:pt modelId="{D91DE030-D974-4B59-8128-B8778FFFB2B7}" type="parTrans" cxnId="{B86F569C-6B8E-4AC3-8796-240C3F62EB91}">
      <dgm:prSet/>
      <dgm:spPr/>
      <dgm:t>
        <a:bodyPr/>
        <a:lstStyle/>
        <a:p>
          <a:endParaRPr lang="en-US"/>
        </a:p>
      </dgm:t>
    </dgm:pt>
    <dgm:pt modelId="{DB6D22F5-0294-481B-9CBB-C468D4200863}" type="sibTrans" cxnId="{B86F569C-6B8E-4AC3-8796-240C3F62EB91}">
      <dgm:prSet/>
      <dgm:spPr/>
      <dgm:t>
        <a:bodyPr/>
        <a:lstStyle/>
        <a:p>
          <a:endParaRPr lang="en-US"/>
        </a:p>
      </dgm:t>
    </dgm:pt>
    <dgm:pt modelId="{193245E3-086D-40D4-98F8-5C53FA7C09DF}">
      <dgm:prSet/>
      <dgm:spPr>
        <a:solidFill>
          <a:srgbClr val="3E4854"/>
        </a:solidFill>
      </dgm:spPr>
      <dgm:t>
        <a:bodyPr/>
        <a:lstStyle/>
        <a:p>
          <a:r>
            <a:rPr lang="it-IT" b="0">
              <a:latin typeface="Calibri"/>
              <a:ea typeface="Calibri"/>
              <a:cs typeface="Calibri"/>
            </a:rPr>
            <a:t>Cons</a:t>
          </a:r>
          <a:endParaRPr lang="en-US" b="0">
            <a:latin typeface="Calibri"/>
            <a:ea typeface="Calibri"/>
            <a:cs typeface="Calibri"/>
          </a:endParaRPr>
        </a:p>
      </dgm:t>
    </dgm:pt>
    <dgm:pt modelId="{E84AFAEA-126D-4C3A-AE59-9E11890918E6}" type="parTrans" cxnId="{2B3E65A1-D962-4BC4-9706-B176ED950F69}">
      <dgm:prSet/>
      <dgm:spPr/>
      <dgm:t>
        <a:bodyPr/>
        <a:lstStyle/>
        <a:p>
          <a:endParaRPr lang="en-US"/>
        </a:p>
      </dgm:t>
    </dgm:pt>
    <dgm:pt modelId="{BDAA1AA2-1238-4BFB-8326-79952374E9AD}" type="sibTrans" cxnId="{2B3E65A1-D962-4BC4-9706-B176ED950F69}">
      <dgm:prSet/>
      <dgm:spPr/>
      <dgm:t>
        <a:bodyPr/>
        <a:lstStyle/>
        <a:p>
          <a:endParaRPr lang="en-US"/>
        </a:p>
      </dgm:t>
    </dgm:pt>
    <dgm:pt modelId="{C89EA7B8-D95F-4E99-B066-3B04147CE2AE}">
      <dgm:prSet phldr="0"/>
      <dgm:spPr/>
      <dgm:t>
        <a:bodyPr/>
        <a:lstStyle/>
        <a:p>
          <a:pPr rtl="0"/>
          <a:r>
            <a:rPr lang="it-IT">
              <a:latin typeface="Calibri"/>
              <a:ea typeface="Calibri"/>
              <a:cs typeface="Calibri"/>
            </a:rPr>
            <a:t>Unreliable scientific data</a:t>
          </a:r>
        </a:p>
      </dgm:t>
    </dgm:pt>
    <dgm:pt modelId="{65926861-00B5-4175-B6F5-14A79AE97C0A}" type="parTrans" cxnId="{AF631309-A5FA-4365-8F5D-785D9D38C769}">
      <dgm:prSet/>
      <dgm:spPr/>
      <dgm:t>
        <a:bodyPr/>
        <a:lstStyle/>
        <a:p>
          <a:endParaRPr lang="en-US"/>
        </a:p>
      </dgm:t>
    </dgm:pt>
    <dgm:pt modelId="{41FB234B-504F-43C8-889F-44C224E9F0F4}" type="sibTrans" cxnId="{AF631309-A5FA-4365-8F5D-785D9D38C769}">
      <dgm:prSet/>
      <dgm:spPr/>
      <dgm:t>
        <a:bodyPr/>
        <a:lstStyle/>
        <a:p>
          <a:endParaRPr lang="en-US"/>
        </a:p>
      </dgm:t>
    </dgm:pt>
    <dgm:pt modelId="{B5BF1ED8-2588-404D-9490-BB72A2F639CD}">
      <dgm:prSet/>
      <dgm:spPr/>
      <dgm:t>
        <a:bodyPr/>
        <a:lstStyle/>
        <a:p>
          <a:pPr rtl="0"/>
          <a:r>
            <a:rPr lang="it-IT">
              <a:latin typeface="Calibri"/>
              <a:ea typeface="Calibri"/>
              <a:cs typeface="Calibri"/>
            </a:rPr>
            <a:t>Incorrect MATLAB codes</a:t>
          </a:r>
          <a:endParaRPr lang="it-IT" err="1">
            <a:latin typeface="Calibri"/>
            <a:ea typeface="Calibri"/>
            <a:cs typeface="Calibri"/>
          </a:endParaRPr>
        </a:p>
      </dgm:t>
    </dgm:pt>
    <dgm:pt modelId="{2E0F0918-2967-4845-9305-30CD609E5008}" type="parTrans" cxnId="{466D6956-8F72-4838-A04A-BBFBFB8C65F9}">
      <dgm:prSet/>
      <dgm:spPr/>
      <dgm:t>
        <a:bodyPr/>
        <a:lstStyle/>
        <a:p>
          <a:endParaRPr lang="en-US"/>
        </a:p>
      </dgm:t>
    </dgm:pt>
    <dgm:pt modelId="{C65F4B71-CF78-4D25-9D1B-D09402EE6431}" type="sibTrans" cxnId="{466D6956-8F72-4838-A04A-BBFBFB8C65F9}">
      <dgm:prSet/>
      <dgm:spPr/>
      <dgm:t>
        <a:bodyPr/>
        <a:lstStyle/>
        <a:p>
          <a:endParaRPr lang="en-US"/>
        </a:p>
      </dgm:t>
    </dgm:pt>
    <dgm:pt modelId="{12D9163B-28A8-417C-843B-F5BD6339DA79}">
      <dgm:prSet phldr="0"/>
      <dgm:spPr/>
      <dgm:t>
        <a:bodyPr/>
        <a:lstStyle/>
        <a:p>
          <a:pPr rtl="0"/>
          <a:r>
            <a:rPr lang="it-IT" b="0">
              <a:latin typeface="Calibri"/>
              <a:ea typeface="Calibri"/>
              <a:cs typeface="Calibri"/>
            </a:rPr>
            <a:t>Overaccomodating attitude</a:t>
          </a:r>
        </a:p>
      </dgm:t>
    </dgm:pt>
    <dgm:pt modelId="{3A2C7F5F-0F74-40A0-8FF6-10DAE15348A2}" type="parTrans" cxnId="{9BC49823-F5D2-44A7-A6E2-A77575A845DB}">
      <dgm:prSet/>
      <dgm:spPr/>
      <dgm:t>
        <a:bodyPr/>
        <a:lstStyle/>
        <a:p>
          <a:endParaRPr lang="en-US"/>
        </a:p>
      </dgm:t>
    </dgm:pt>
    <dgm:pt modelId="{5EDAD307-116F-421B-93EC-EDC3417837DD}" type="sibTrans" cxnId="{9BC49823-F5D2-44A7-A6E2-A77575A845DB}">
      <dgm:prSet/>
      <dgm:spPr/>
      <dgm:t>
        <a:bodyPr/>
        <a:lstStyle/>
        <a:p>
          <a:endParaRPr lang="en-US"/>
        </a:p>
      </dgm:t>
    </dgm:pt>
    <dgm:pt modelId="{C339F03D-B0CC-43A3-8A0B-E24F86D21FC8}">
      <dgm:prSet phldr="0"/>
      <dgm:spPr/>
      <dgm:t>
        <a:bodyPr/>
        <a:lstStyle/>
        <a:p>
          <a:pPr rtl="0"/>
          <a:r>
            <a:rPr lang="it-IT">
              <a:latin typeface="Calibri"/>
              <a:ea typeface="Calibri"/>
              <a:cs typeface="Calibri"/>
            </a:rPr>
            <a:t>Unreliable planning</a:t>
          </a:r>
        </a:p>
      </dgm:t>
    </dgm:pt>
    <dgm:pt modelId="{BDA1953F-0F71-422C-92F9-6973705F3CAE}" type="parTrans" cxnId="{E5BCFF46-1BD2-4F03-9EFA-5AE5DBD255E6}">
      <dgm:prSet/>
      <dgm:spPr/>
    </dgm:pt>
    <dgm:pt modelId="{36EE5461-7EBB-48A7-B4FE-BD820C61A9A8}" type="sibTrans" cxnId="{E5BCFF46-1BD2-4F03-9EFA-5AE5DBD255E6}">
      <dgm:prSet/>
      <dgm:spPr/>
    </dgm:pt>
    <dgm:pt modelId="{D963BD50-E269-4211-85EF-AED296CBEE3C}" type="pres">
      <dgm:prSet presAssocID="{2742213D-6792-4F57-96BD-AE231559668B}" presName="linear" presStyleCnt="0">
        <dgm:presLayoutVars>
          <dgm:dir/>
          <dgm:animLvl val="lvl"/>
          <dgm:resizeHandles val="exact"/>
        </dgm:presLayoutVars>
      </dgm:prSet>
      <dgm:spPr/>
    </dgm:pt>
    <dgm:pt modelId="{923507C4-CCE6-483C-8182-24754C26D479}" type="pres">
      <dgm:prSet presAssocID="{27F262C6-1554-4D65-B339-7FB325B358E7}" presName="parentLin" presStyleCnt="0"/>
      <dgm:spPr/>
    </dgm:pt>
    <dgm:pt modelId="{58E964B9-846B-477C-AC35-A0D198CEDB1A}" type="pres">
      <dgm:prSet presAssocID="{27F262C6-1554-4D65-B339-7FB325B358E7}" presName="parentLeftMargin" presStyleLbl="node1" presStyleIdx="0" presStyleCnt="2"/>
      <dgm:spPr/>
    </dgm:pt>
    <dgm:pt modelId="{D518CB7D-0DD6-4B58-BBCB-5240751E0B84}" type="pres">
      <dgm:prSet presAssocID="{27F262C6-1554-4D65-B339-7FB325B358E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F572F5-C1B4-4772-8D8B-0B3629462FCD}" type="pres">
      <dgm:prSet presAssocID="{27F262C6-1554-4D65-B339-7FB325B358E7}" presName="negativeSpace" presStyleCnt="0"/>
      <dgm:spPr/>
    </dgm:pt>
    <dgm:pt modelId="{12DD756A-765B-4A48-8E2C-E8210BD57F5C}" type="pres">
      <dgm:prSet presAssocID="{27F262C6-1554-4D65-B339-7FB325B358E7}" presName="childText" presStyleLbl="conFgAcc1" presStyleIdx="0" presStyleCnt="2">
        <dgm:presLayoutVars>
          <dgm:bulletEnabled val="1"/>
        </dgm:presLayoutVars>
      </dgm:prSet>
      <dgm:spPr/>
    </dgm:pt>
    <dgm:pt modelId="{7932BF23-C34F-49F1-9AE5-ED75AD051CDE}" type="pres">
      <dgm:prSet presAssocID="{C50970AF-31A0-4C6A-836C-7B19C48497C9}" presName="spaceBetweenRectangles" presStyleCnt="0"/>
      <dgm:spPr/>
    </dgm:pt>
    <dgm:pt modelId="{36CBE734-A2B3-41A6-9A47-46173A124DBF}" type="pres">
      <dgm:prSet presAssocID="{193245E3-086D-40D4-98F8-5C53FA7C09DF}" presName="parentLin" presStyleCnt="0"/>
      <dgm:spPr/>
    </dgm:pt>
    <dgm:pt modelId="{541C179D-D9EC-49ED-948A-A7F95B1AB503}" type="pres">
      <dgm:prSet presAssocID="{193245E3-086D-40D4-98F8-5C53FA7C09DF}" presName="parentLeftMargin" presStyleLbl="node1" presStyleIdx="0" presStyleCnt="2"/>
      <dgm:spPr/>
    </dgm:pt>
    <dgm:pt modelId="{2949DFA2-DF81-4582-B919-9A89C7C4B785}" type="pres">
      <dgm:prSet presAssocID="{193245E3-086D-40D4-98F8-5C53FA7C09D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E98A564-4D67-446F-BDCA-2E7FFDA859DD}" type="pres">
      <dgm:prSet presAssocID="{193245E3-086D-40D4-98F8-5C53FA7C09DF}" presName="negativeSpace" presStyleCnt="0"/>
      <dgm:spPr/>
    </dgm:pt>
    <dgm:pt modelId="{158BAF61-6619-41DF-978A-1F5AB953E659}" type="pres">
      <dgm:prSet presAssocID="{193245E3-086D-40D4-98F8-5C53FA7C09D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F631309-A5FA-4365-8F5D-785D9D38C769}" srcId="{193245E3-086D-40D4-98F8-5C53FA7C09DF}" destId="{C89EA7B8-D95F-4E99-B066-3B04147CE2AE}" srcOrd="0" destOrd="0" parTransId="{65926861-00B5-4175-B6F5-14A79AE97C0A}" sibTransId="{41FB234B-504F-43C8-889F-44C224E9F0F4}"/>
    <dgm:cxn modelId="{D4792622-7A5D-43F1-A742-6B83FC5E22C0}" type="presOf" srcId="{12D9163B-28A8-417C-843B-F5BD6339DA79}" destId="{158BAF61-6619-41DF-978A-1F5AB953E659}" srcOrd="0" destOrd="3" presId="urn:microsoft.com/office/officeart/2005/8/layout/list1"/>
    <dgm:cxn modelId="{9BC49823-F5D2-44A7-A6E2-A77575A845DB}" srcId="{193245E3-086D-40D4-98F8-5C53FA7C09DF}" destId="{12D9163B-28A8-417C-843B-F5BD6339DA79}" srcOrd="3" destOrd="0" parTransId="{3A2C7F5F-0F74-40A0-8FF6-10DAE15348A2}" sibTransId="{5EDAD307-116F-421B-93EC-EDC3417837DD}"/>
    <dgm:cxn modelId="{89E1822A-94F4-4823-AA14-5555301FC729}" srcId="{2742213D-6792-4F57-96BD-AE231559668B}" destId="{27F262C6-1554-4D65-B339-7FB325B358E7}" srcOrd="0" destOrd="0" parTransId="{7AF13E54-721B-46EE-AA0F-74D0397BB8E1}" sibTransId="{C50970AF-31A0-4C6A-836C-7B19C48497C9}"/>
    <dgm:cxn modelId="{109C812C-22FD-4402-A687-07128ECB1AF3}" type="presOf" srcId="{10AAF373-24D4-4533-ABF6-58A701A7AFE2}" destId="{12DD756A-765B-4A48-8E2C-E8210BD57F5C}" srcOrd="0" destOrd="0" presId="urn:microsoft.com/office/officeart/2005/8/layout/list1"/>
    <dgm:cxn modelId="{52E43032-ACCC-4391-B245-C302604EAE99}" type="presOf" srcId="{27F262C6-1554-4D65-B339-7FB325B358E7}" destId="{D518CB7D-0DD6-4B58-BBCB-5240751E0B84}" srcOrd="1" destOrd="0" presId="urn:microsoft.com/office/officeart/2005/8/layout/list1"/>
    <dgm:cxn modelId="{7A4AFA35-97FC-48A4-9353-86F0A054A05D}" type="presOf" srcId="{C339F03D-B0CC-43A3-8A0B-E24F86D21FC8}" destId="{158BAF61-6619-41DF-978A-1F5AB953E659}" srcOrd="0" destOrd="1" presId="urn:microsoft.com/office/officeart/2005/8/layout/list1"/>
    <dgm:cxn modelId="{05047A5C-6C8E-4CEA-8543-87185BF983DF}" type="presOf" srcId="{193245E3-086D-40D4-98F8-5C53FA7C09DF}" destId="{2949DFA2-DF81-4582-B919-9A89C7C4B785}" srcOrd="1" destOrd="0" presId="urn:microsoft.com/office/officeart/2005/8/layout/list1"/>
    <dgm:cxn modelId="{5330B462-B9F0-4C0A-9AF8-1F9BE236A666}" srcId="{27F262C6-1554-4D65-B339-7FB325B358E7}" destId="{10AAF373-24D4-4533-ABF6-58A701A7AFE2}" srcOrd="0" destOrd="0" parTransId="{CD3EF04F-525C-4C9E-95EF-99669A8746DC}" sibTransId="{5C1C17C2-F12A-45B0-8EEB-745E2681529D}"/>
    <dgm:cxn modelId="{E5BCFF46-1BD2-4F03-9EFA-5AE5DBD255E6}" srcId="{193245E3-086D-40D4-98F8-5C53FA7C09DF}" destId="{C339F03D-B0CC-43A3-8A0B-E24F86D21FC8}" srcOrd="1" destOrd="0" parTransId="{BDA1953F-0F71-422C-92F9-6973705F3CAE}" sibTransId="{36EE5461-7EBB-48A7-B4FE-BD820C61A9A8}"/>
    <dgm:cxn modelId="{0E71C072-3AE7-4AED-A978-4874B611B297}" type="presOf" srcId="{C89EA7B8-D95F-4E99-B066-3B04147CE2AE}" destId="{158BAF61-6619-41DF-978A-1F5AB953E659}" srcOrd="0" destOrd="0" presId="urn:microsoft.com/office/officeart/2005/8/layout/list1"/>
    <dgm:cxn modelId="{466D6956-8F72-4838-A04A-BBFBFB8C65F9}" srcId="{193245E3-086D-40D4-98F8-5C53FA7C09DF}" destId="{B5BF1ED8-2588-404D-9490-BB72A2F639CD}" srcOrd="2" destOrd="0" parTransId="{2E0F0918-2967-4845-9305-30CD609E5008}" sibTransId="{C65F4B71-CF78-4D25-9D1B-D09402EE6431}"/>
    <dgm:cxn modelId="{E0682057-6040-4EE0-9955-CF9E265EE6F9}" type="presOf" srcId="{27F262C6-1554-4D65-B339-7FB325B358E7}" destId="{58E964B9-846B-477C-AC35-A0D198CEDB1A}" srcOrd="0" destOrd="0" presId="urn:microsoft.com/office/officeart/2005/8/layout/list1"/>
    <dgm:cxn modelId="{B86F569C-6B8E-4AC3-8796-240C3F62EB91}" srcId="{27F262C6-1554-4D65-B339-7FB325B358E7}" destId="{4B73A638-CF1A-44E7-BB35-330179A5F096}" srcOrd="1" destOrd="0" parTransId="{D91DE030-D974-4B59-8128-B8778FFFB2B7}" sibTransId="{DB6D22F5-0294-481B-9CBB-C468D4200863}"/>
    <dgm:cxn modelId="{2B3E65A1-D962-4BC4-9706-B176ED950F69}" srcId="{2742213D-6792-4F57-96BD-AE231559668B}" destId="{193245E3-086D-40D4-98F8-5C53FA7C09DF}" srcOrd="1" destOrd="0" parTransId="{E84AFAEA-126D-4C3A-AE59-9E11890918E6}" sibTransId="{BDAA1AA2-1238-4BFB-8326-79952374E9AD}"/>
    <dgm:cxn modelId="{7AD676CE-E24D-4FBD-A8E7-8A0A1206DD21}" type="presOf" srcId="{4B73A638-CF1A-44E7-BB35-330179A5F096}" destId="{12DD756A-765B-4A48-8E2C-E8210BD57F5C}" srcOrd="0" destOrd="1" presId="urn:microsoft.com/office/officeart/2005/8/layout/list1"/>
    <dgm:cxn modelId="{1385D0E5-72AB-4EF0-81FE-02C982F50A56}" type="presOf" srcId="{B5BF1ED8-2588-404D-9490-BB72A2F639CD}" destId="{158BAF61-6619-41DF-978A-1F5AB953E659}" srcOrd="0" destOrd="2" presId="urn:microsoft.com/office/officeart/2005/8/layout/list1"/>
    <dgm:cxn modelId="{A571D0F6-C263-42EB-9DB7-84799301FAFF}" type="presOf" srcId="{193245E3-086D-40D4-98F8-5C53FA7C09DF}" destId="{541C179D-D9EC-49ED-948A-A7F95B1AB503}" srcOrd="0" destOrd="0" presId="urn:microsoft.com/office/officeart/2005/8/layout/list1"/>
    <dgm:cxn modelId="{CD9ABFFD-2F08-441E-89E4-D9E797C6C7D4}" type="presOf" srcId="{2742213D-6792-4F57-96BD-AE231559668B}" destId="{D963BD50-E269-4211-85EF-AED296CBEE3C}" srcOrd="0" destOrd="0" presId="urn:microsoft.com/office/officeart/2005/8/layout/list1"/>
    <dgm:cxn modelId="{F60F329E-6688-41CB-AA40-231ADE681EDD}" type="presParOf" srcId="{D963BD50-E269-4211-85EF-AED296CBEE3C}" destId="{923507C4-CCE6-483C-8182-24754C26D479}" srcOrd="0" destOrd="0" presId="urn:microsoft.com/office/officeart/2005/8/layout/list1"/>
    <dgm:cxn modelId="{06DB8F7B-B8F7-4523-B6CD-271B95F59B83}" type="presParOf" srcId="{923507C4-CCE6-483C-8182-24754C26D479}" destId="{58E964B9-846B-477C-AC35-A0D198CEDB1A}" srcOrd="0" destOrd="0" presId="urn:microsoft.com/office/officeart/2005/8/layout/list1"/>
    <dgm:cxn modelId="{F98FB35C-3AFF-48A1-894D-19367F1D4914}" type="presParOf" srcId="{923507C4-CCE6-483C-8182-24754C26D479}" destId="{D518CB7D-0DD6-4B58-BBCB-5240751E0B84}" srcOrd="1" destOrd="0" presId="urn:microsoft.com/office/officeart/2005/8/layout/list1"/>
    <dgm:cxn modelId="{7C9AA5E7-806C-47B8-965E-AE7CF341AB99}" type="presParOf" srcId="{D963BD50-E269-4211-85EF-AED296CBEE3C}" destId="{7FF572F5-C1B4-4772-8D8B-0B3629462FCD}" srcOrd="1" destOrd="0" presId="urn:microsoft.com/office/officeart/2005/8/layout/list1"/>
    <dgm:cxn modelId="{F716F9AA-7887-4C19-934E-266BFBFD27E0}" type="presParOf" srcId="{D963BD50-E269-4211-85EF-AED296CBEE3C}" destId="{12DD756A-765B-4A48-8E2C-E8210BD57F5C}" srcOrd="2" destOrd="0" presId="urn:microsoft.com/office/officeart/2005/8/layout/list1"/>
    <dgm:cxn modelId="{A8513CC2-8410-4AA5-84A2-C2E4A57B4DD5}" type="presParOf" srcId="{D963BD50-E269-4211-85EF-AED296CBEE3C}" destId="{7932BF23-C34F-49F1-9AE5-ED75AD051CDE}" srcOrd="3" destOrd="0" presId="urn:microsoft.com/office/officeart/2005/8/layout/list1"/>
    <dgm:cxn modelId="{B039CEB4-01B0-4AE5-A4B6-B8BDB44BC8AF}" type="presParOf" srcId="{D963BD50-E269-4211-85EF-AED296CBEE3C}" destId="{36CBE734-A2B3-41A6-9A47-46173A124DBF}" srcOrd="4" destOrd="0" presId="urn:microsoft.com/office/officeart/2005/8/layout/list1"/>
    <dgm:cxn modelId="{D995310F-B9AA-4F8A-BEDE-9EB02F05FC3A}" type="presParOf" srcId="{36CBE734-A2B3-41A6-9A47-46173A124DBF}" destId="{541C179D-D9EC-49ED-948A-A7F95B1AB503}" srcOrd="0" destOrd="0" presId="urn:microsoft.com/office/officeart/2005/8/layout/list1"/>
    <dgm:cxn modelId="{9A5F4B3A-1D9A-4F79-81FF-2C9AE2DD5C81}" type="presParOf" srcId="{36CBE734-A2B3-41A6-9A47-46173A124DBF}" destId="{2949DFA2-DF81-4582-B919-9A89C7C4B785}" srcOrd="1" destOrd="0" presId="urn:microsoft.com/office/officeart/2005/8/layout/list1"/>
    <dgm:cxn modelId="{27A92C89-6C69-46E0-AE67-583263ECFB77}" type="presParOf" srcId="{D963BD50-E269-4211-85EF-AED296CBEE3C}" destId="{5E98A564-4D67-446F-BDCA-2E7FFDA859DD}" srcOrd="5" destOrd="0" presId="urn:microsoft.com/office/officeart/2005/8/layout/list1"/>
    <dgm:cxn modelId="{ECA583F6-9E1D-46D8-BD1C-6EEBA976E8B6}" type="presParOf" srcId="{D963BD50-E269-4211-85EF-AED296CBEE3C}" destId="{158BAF61-6619-41DF-978A-1F5AB953E65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AFA58-412B-4114-AE3C-83687E71377D}">
      <dsp:nvSpPr>
        <dsp:cNvPr id="0" name=""/>
        <dsp:cNvSpPr/>
      </dsp:nvSpPr>
      <dsp:spPr>
        <a:xfrm>
          <a:off x="0" y="24457"/>
          <a:ext cx="5692953" cy="593628"/>
        </a:xfrm>
        <a:prstGeom prst="roundRect">
          <a:avLst/>
        </a:prstGeom>
        <a:solidFill>
          <a:srgbClr val="3E485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>
              <a:latin typeface="Calibri"/>
              <a:ea typeface="Calibri"/>
              <a:cs typeface="Calibri"/>
            </a:rPr>
            <a:t>Application Context</a:t>
          </a:r>
        </a:p>
      </dsp:txBody>
      <dsp:txXfrm>
        <a:off x="28979" y="53436"/>
        <a:ext cx="5634995" cy="535670"/>
      </dsp:txXfrm>
    </dsp:sp>
    <dsp:sp modelId="{A37F604D-CEC0-42A9-A38D-BB98172CC25B}">
      <dsp:nvSpPr>
        <dsp:cNvPr id="0" name=""/>
        <dsp:cNvSpPr/>
      </dsp:nvSpPr>
      <dsp:spPr>
        <a:xfrm>
          <a:off x="0" y="697366"/>
          <a:ext cx="5692953" cy="593628"/>
        </a:xfrm>
        <a:prstGeom prst="roundRect">
          <a:avLst/>
        </a:prstGeom>
        <a:solidFill>
          <a:srgbClr val="3E485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>
              <a:latin typeface="Calibri"/>
              <a:ea typeface="Calibri"/>
              <a:cs typeface="Calibri"/>
            </a:rPr>
            <a:t>Manual Implementation</a:t>
          </a:r>
        </a:p>
      </dsp:txBody>
      <dsp:txXfrm>
        <a:off x="28979" y="726345"/>
        <a:ext cx="5634995" cy="535670"/>
      </dsp:txXfrm>
    </dsp:sp>
    <dsp:sp modelId="{60CB6C4D-1A69-4B99-B0B1-DFC1C8316D23}">
      <dsp:nvSpPr>
        <dsp:cNvPr id="0" name=""/>
        <dsp:cNvSpPr/>
      </dsp:nvSpPr>
      <dsp:spPr>
        <a:xfrm>
          <a:off x="0" y="1360115"/>
          <a:ext cx="5692953" cy="593628"/>
        </a:xfrm>
        <a:prstGeom prst="roundRect">
          <a:avLst/>
        </a:prstGeom>
        <a:solidFill>
          <a:srgbClr val="3E485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>
              <a:latin typeface="Calibri"/>
              <a:ea typeface="Calibri"/>
              <a:cs typeface="Calibri"/>
            </a:rPr>
            <a:t>Interaction with AI</a:t>
          </a:r>
        </a:p>
      </dsp:txBody>
      <dsp:txXfrm>
        <a:off x="28979" y="1389094"/>
        <a:ext cx="5634995" cy="535670"/>
      </dsp:txXfrm>
    </dsp:sp>
    <dsp:sp modelId="{46EE334D-723F-4900-A341-2C66B84DEE4A}">
      <dsp:nvSpPr>
        <dsp:cNvPr id="0" name=""/>
        <dsp:cNvSpPr/>
      </dsp:nvSpPr>
      <dsp:spPr>
        <a:xfrm>
          <a:off x="0" y="2022863"/>
          <a:ext cx="5692953" cy="593628"/>
        </a:xfrm>
        <a:prstGeom prst="roundRect">
          <a:avLst/>
        </a:prstGeom>
        <a:solidFill>
          <a:srgbClr val="3E485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>
              <a:latin typeface="Calibri"/>
              <a:ea typeface="Calibri"/>
              <a:cs typeface="Calibri"/>
            </a:rPr>
            <a:t>Comparisons</a:t>
          </a:r>
        </a:p>
      </dsp:txBody>
      <dsp:txXfrm>
        <a:off x="28979" y="2051842"/>
        <a:ext cx="5634995" cy="5356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C1CCA-57DD-4E44-953E-C617E21451A7}">
      <dsp:nvSpPr>
        <dsp:cNvPr id="0" name=""/>
        <dsp:cNvSpPr/>
      </dsp:nvSpPr>
      <dsp:spPr>
        <a:xfrm>
          <a:off x="0" y="0"/>
          <a:ext cx="2112291" cy="1049406"/>
        </a:xfrm>
        <a:prstGeom prst="roundRect">
          <a:avLst>
            <a:gd name="adj" fmla="val 10000"/>
          </a:avLst>
        </a:prstGeom>
        <a:solidFill>
          <a:srgbClr val="169C9A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b="1" kern="1200">
            <a:solidFill>
              <a:schemeClr val="tx1"/>
            </a:solidFill>
          </a:endParaRP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>
              <a:solidFill>
                <a:schemeClr val="tx1"/>
              </a:solidFill>
            </a:rPr>
            <a:t>Food</a:t>
          </a:r>
          <a:r>
            <a:rPr lang="it-IT" sz="1900" b="1" kern="1200" baseline="0">
              <a:solidFill>
                <a:schemeClr val="tx1"/>
              </a:solidFill>
            </a:rPr>
            <a:t> </a:t>
          </a:r>
          <a:r>
            <a:rPr lang="it-IT" sz="1900" b="1" kern="1200" baseline="0" err="1">
              <a:solidFill>
                <a:schemeClr val="tx1"/>
              </a:solidFill>
            </a:rPr>
            <a:t>shelves</a:t>
          </a:r>
          <a:endParaRPr lang="it-IT" sz="1900" b="1" kern="1200" baseline="0">
            <a:solidFill>
              <a:schemeClr val="tx1"/>
            </a:solidFill>
          </a:endParaRP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baseline="0">
              <a:solidFill>
                <a:schemeClr val="tx1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rPr>
            <a:t>-</a:t>
          </a:r>
          <a:r>
            <a:rPr lang="it-IT" sz="1800" b="1" kern="1200" baseline="0" err="1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Integrated</a:t>
          </a:r>
          <a:r>
            <a:rPr lang="it-IT" sz="1800" b="1" kern="1200" baseline="0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 </a:t>
          </a:r>
          <a:r>
            <a:rPr lang="it-IT" sz="1800" b="1" kern="1200" baseline="0" err="1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sensors</a:t>
          </a:r>
          <a:r>
            <a:rPr lang="it-IT" sz="1800" b="1" kern="1200">
              <a:solidFill>
                <a:schemeClr val="tx1"/>
              </a:solidFill>
              <a:latin typeface="Calibri "/>
              <a:ea typeface="Calibri Light" panose="020F0302020204030204"/>
              <a:cs typeface="Calibri Light" panose="020F0302020204030204"/>
            </a:rPr>
            <a:t> </a:t>
          </a: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900" b="1" kern="1200">
            <a:solidFill>
              <a:schemeClr val="tx1"/>
            </a:solidFill>
            <a:latin typeface="Calibri Light" panose="020F0302020204030204"/>
            <a:ea typeface="Calibri Light" panose="020F0302020204030204"/>
            <a:cs typeface="Calibri Light" panose="020F0302020204030204"/>
          </a:endParaRPr>
        </a:p>
      </dsp:txBody>
      <dsp:txXfrm>
        <a:off x="30736" y="30736"/>
        <a:ext cx="2050819" cy="987934"/>
      </dsp:txXfrm>
    </dsp:sp>
    <dsp:sp modelId="{8F34E247-D52A-4699-A896-D4D5ED56C8F6}">
      <dsp:nvSpPr>
        <dsp:cNvPr id="0" name=""/>
        <dsp:cNvSpPr/>
      </dsp:nvSpPr>
      <dsp:spPr>
        <a:xfrm>
          <a:off x="2309901" y="281444"/>
          <a:ext cx="418935" cy="486517"/>
        </a:xfrm>
        <a:prstGeom prst="rightArrow">
          <a:avLst>
            <a:gd name="adj1" fmla="val 60000"/>
            <a:gd name="adj2" fmla="val 50000"/>
          </a:avLst>
        </a:prstGeom>
        <a:solidFill>
          <a:schemeClr val="dk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dk1"/>
        </a:fillRef>
        <a:effectRef idx="1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2000" kern="1200"/>
        </a:p>
      </dsp:txBody>
      <dsp:txXfrm>
        <a:off x="2309901" y="378747"/>
        <a:ext cx="293255" cy="291911"/>
      </dsp:txXfrm>
    </dsp:sp>
    <dsp:sp modelId="{70CF6329-0EC6-431E-9A8E-AF266B81D0CF}">
      <dsp:nvSpPr>
        <dsp:cNvPr id="0" name=""/>
        <dsp:cNvSpPr/>
      </dsp:nvSpPr>
      <dsp:spPr>
        <a:xfrm>
          <a:off x="2902734" y="0"/>
          <a:ext cx="1961764" cy="1049406"/>
        </a:xfrm>
        <a:prstGeom prst="roundRect">
          <a:avLst>
            <a:gd name="adj" fmla="val 10000"/>
          </a:avLst>
        </a:prstGeom>
        <a:solidFill>
          <a:srgbClr val="169C9A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kern="1200">
              <a:solidFill>
                <a:schemeClr val="tx1"/>
              </a:solidFill>
            </a:rPr>
            <a:t>Linear array</a:t>
          </a:r>
        </a:p>
      </dsp:txBody>
      <dsp:txXfrm>
        <a:off x="2933470" y="30736"/>
        <a:ext cx="1900292" cy="987934"/>
      </dsp:txXfrm>
    </dsp:sp>
    <dsp:sp modelId="{52C77F6A-131C-4977-9382-B4ED794301EB}">
      <dsp:nvSpPr>
        <dsp:cNvPr id="0" name=""/>
        <dsp:cNvSpPr/>
      </dsp:nvSpPr>
      <dsp:spPr>
        <a:xfrm>
          <a:off x="5060676" y="281444"/>
          <a:ext cx="415894" cy="486517"/>
        </a:xfrm>
        <a:prstGeom prst="rightArrow">
          <a:avLst>
            <a:gd name="adj1" fmla="val 60000"/>
            <a:gd name="adj2" fmla="val 50000"/>
          </a:avLst>
        </a:prstGeom>
        <a:solidFill>
          <a:schemeClr val="dk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dk1"/>
        </a:fillRef>
        <a:effectRef idx="1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2000" kern="1200"/>
        </a:p>
      </dsp:txBody>
      <dsp:txXfrm>
        <a:off x="5060676" y="378747"/>
        <a:ext cx="291126" cy="291911"/>
      </dsp:txXfrm>
    </dsp:sp>
    <dsp:sp modelId="{AC760C24-12BF-4171-8A1E-D0094B8AEBFC}">
      <dsp:nvSpPr>
        <dsp:cNvPr id="0" name=""/>
        <dsp:cNvSpPr/>
      </dsp:nvSpPr>
      <dsp:spPr>
        <a:xfrm>
          <a:off x="5649205" y="0"/>
          <a:ext cx="1961764" cy="1049406"/>
        </a:xfrm>
        <a:prstGeom prst="roundRect">
          <a:avLst>
            <a:gd name="adj" fmla="val 10000"/>
          </a:avLst>
        </a:prstGeom>
        <a:solidFill>
          <a:srgbClr val="169C9A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>
              <a:solidFill>
                <a:schemeClr val="tx1"/>
              </a:solidFill>
            </a:rPr>
            <a:t>Control Station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>
              <a:solidFill>
                <a:schemeClr val="tx1"/>
              </a:solidFill>
            </a:rPr>
            <a:t>-</a:t>
          </a:r>
          <a:r>
            <a:rPr lang="it-IT" sz="1800" b="1" kern="1200">
              <a:solidFill>
                <a:schemeClr val="tx1"/>
              </a:solidFill>
            </a:rPr>
            <a:t>Monitoring</a:t>
          </a:r>
          <a:endParaRPr lang="it-IT" sz="1900" b="1" kern="1200">
            <a:solidFill>
              <a:schemeClr val="tx1"/>
            </a:solidFill>
          </a:endParaRPr>
        </a:p>
      </dsp:txBody>
      <dsp:txXfrm>
        <a:off x="5679941" y="30736"/>
        <a:ext cx="1900292" cy="9879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1B203-2BD0-414A-B90E-CBB6AD61B001}">
      <dsp:nvSpPr>
        <dsp:cNvPr id="0" name=""/>
        <dsp:cNvSpPr/>
      </dsp:nvSpPr>
      <dsp:spPr>
        <a:xfrm>
          <a:off x="2676174" y="220161"/>
          <a:ext cx="3870527" cy="116505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/>
            <a:t>Low profiling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5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err="1"/>
            <a:t>Adaptability</a:t>
          </a:r>
          <a:endParaRPr lang="it-IT" sz="2000" kern="1200"/>
        </a:p>
      </dsp:txBody>
      <dsp:txXfrm>
        <a:off x="2676174" y="365793"/>
        <a:ext cx="3433630" cy="873795"/>
      </dsp:txXfrm>
    </dsp:sp>
    <dsp:sp modelId="{12729004-D8A5-4C0D-AF84-D85D45F3495E}">
      <dsp:nvSpPr>
        <dsp:cNvPr id="0" name=""/>
        <dsp:cNvSpPr/>
      </dsp:nvSpPr>
      <dsp:spPr>
        <a:xfrm>
          <a:off x="506216" y="0"/>
          <a:ext cx="1772198" cy="1474006"/>
        </a:xfrm>
        <a:prstGeom prst="round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b="1" kern="1200">
              <a:solidFill>
                <a:schemeClr val="tx1"/>
              </a:solidFill>
            </a:rPr>
            <a:t>Patch</a:t>
          </a:r>
        </a:p>
      </dsp:txBody>
      <dsp:txXfrm>
        <a:off x="578171" y="71955"/>
        <a:ext cx="1628288" cy="1330096"/>
      </dsp:txXfrm>
    </dsp:sp>
    <dsp:sp modelId="{DB2B9F06-2C54-4E7A-8EEC-C7AE080AB5B0}">
      <dsp:nvSpPr>
        <dsp:cNvPr id="0" name=""/>
        <dsp:cNvSpPr/>
      </dsp:nvSpPr>
      <dsp:spPr>
        <a:xfrm>
          <a:off x="2740751" y="1901379"/>
          <a:ext cx="3775448" cy="13061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err="1"/>
            <a:t>Increase</a:t>
          </a:r>
          <a:r>
            <a:rPr lang="it-IT" sz="2000" kern="1200"/>
            <a:t> in BW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err="1"/>
            <a:t>Facilitated</a:t>
          </a:r>
          <a:r>
            <a:rPr lang="it-IT" sz="2000" kern="1200"/>
            <a:t> </a:t>
          </a:r>
          <a:r>
            <a:rPr lang="it-IT" sz="2000" kern="1200" err="1"/>
            <a:t>impedance</a:t>
          </a:r>
          <a:r>
            <a:rPr lang="it-IT" sz="2000" kern="1200"/>
            <a:t> matching</a:t>
          </a:r>
        </a:p>
      </dsp:txBody>
      <dsp:txXfrm>
        <a:off x="2740751" y="2064647"/>
        <a:ext cx="3285644" cy="979608"/>
      </dsp:txXfrm>
    </dsp:sp>
    <dsp:sp modelId="{C94300A8-69A0-4735-9A8A-9D3E25737409}">
      <dsp:nvSpPr>
        <dsp:cNvPr id="0" name=""/>
        <dsp:cNvSpPr/>
      </dsp:nvSpPr>
      <dsp:spPr>
        <a:xfrm>
          <a:off x="523802" y="1690321"/>
          <a:ext cx="1704393" cy="1500567"/>
        </a:xfrm>
        <a:prstGeom prst="round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b="1" kern="1200" err="1">
              <a:solidFill>
                <a:schemeClr val="tx1"/>
              </a:solidFill>
            </a:rPr>
            <a:t>Stacked</a:t>
          </a:r>
          <a:endParaRPr lang="it-IT" sz="3100" b="1" kern="1200">
            <a:solidFill>
              <a:schemeClr val="tx1"/>
            </a:solidFill>
          </a:endParaRPr>
        </a:p>
      </dsp:txBody>
      <dsp:txXfrm>
        <a:off x="597054" y="1763573"/>
        <a:ext cx="1557889" cy="1354063"/>
      </dsp:txXfrm>
    </dsp:sp>
    <dsp:sp modelId="{EDA95AE8-3BE7-4EAA-AAF8-3C15342FE9ED}">
      <dsp:nvSpPr>
        <dsp:cNvPr id="0" name=""/>
        <dsp:cNvSpPr/>
      </dsp:nvSpPr>
      <dsp:spPr>
        <a:xfrm>
          <a:off x="2770461" y="3671913"/>
          <a:ext cx="3857502" cy="127801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err="1"/>
            <a:t>Increase</a:t>
          </a:r>
          <a:r>
            <a:rPr lang="it-IT" sz="2000" kern="1200"/>
            <a:t> in gain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err="1"/>
            <a:t>Increase</a:t>
          </a:r>
          <a:r>
            <a:rPr lang="it-IT" sz="2000" kern="1200"/>
            <a:t> in </a:t>
          </a:r>
          <a:r>
            <a:rPr lang="it-IT" sz="2000" kern="1200" err="1"/>
            <a:t>directivity</a:t>
          </a:r>
          <a:endParaRPr lang="it-IT" sz="2000" kern="1200"/>
        </a:p>
      </dsp:txBody>
      <dsp:txXfrm>
        <a:off x="2770461" y="3831665"/>
        <a:ext cx="3378247" cy="958509"/>
      </dsp:txXfrm>
    </dsp:sp>
    <dsp:sp modelId="{8DEB1C93-709B-400D-9CD0-96B91E5B65E2}">
      <dsp:nvSpPr>
        <dsp:cNvPr id="0" name=""/>
        <dsp:cNvSpPr/>
      </dsp:nvSpPr>
      <dsp:spPr>
        <a:xfrm>
          <a:off x="571584" y="3508853"/>
          <a:ext cx="1721728" cy="1636143"/>
        </a:xfrm>
        <a:prstGeom prst="round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b="1" kern="1200">
              <a:solidFill>
                <a:schemeClr val="tx1"/>
              </a:solidFill>
            </a:rPr>
            <a:t>Array</a:t>
          </a:r>
        </a:p>
      </dsp:txBody>
      <dsp:txXfrm>
        <a:off x="651454" y="3588723"/>
        <a:ext cx="1561988" cy="14764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1E55D-5818-4F5E-821C-E5B3D6AAA677}">
      <dsp:nvSpPr>
        <dsp:cNvPr id="0" name=""/>
        <dsp:cNvSpPr/>
      </dsp:nvSpPr>
      <dsp:spPr>
        <a:xfrm>
          <a:off x="-5965572" y="-969896"/>
          <a:ext cx="7547331" cy="7547331"/>
        </a:xfrm>
        <a:prstGeom prst="blockArc">
          <a:avLst>
            <a:gd name="adj1" fmla="val 18900000"/>
            <a:gd name="adj2" fmla="val 2700000"/>
            <a:gd name="adj3" fmla="val 286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F698B9-CAB3-470E-8B2B-0A33550DE1FC}">
      <dsp:nvSpPr>
        <dsp:cNvPr id="0" name=""/>
        <dsp:cNvSpPr/>
      </dsp:nvSpPr>
      <dsp:spPr>
        <a:xfrm>
          <a:off x="1456538" y="341973"/>
          <a:ext cx="2381404" cy="701166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6551" tIns="40640" rIns="40640" bIns="4064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>
              <a:solidFill>
                <a:schemeClr val="bg1"/>
              </a:solidFill>
            </a:rPr>
            <a:t>-</a:t>
          </a:r>
          <a:r>
            <a:rPr lang="it-IT" sz="1800" b="1" kern="1200">
              <a:latin typeface="+mn-lt"/>
            </a:rPr>
            <a:t>Patch</a:t>
          </a:r>
          <a:r>
            <a:rPr lang="it-IT" sz="1800" b="1" kern="1200"/>
            <a:t> </a:t>
          </a:r>
          <a:r>
            <a:rPr lang="it-IT" sz="1800" b="1" kern="1200" err="1"/>
            <a:t>geometry</a:t>
          </a:r>
          <a:endParaRPr lang="it-IT" sz="1800" b="1" kern="120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>
              <a:solidFill>
                <a:schemeClr val="bg1"/>
              </a:solidFill>
            </a:rPr>
            <a:t>-S11</a:t>
          </a:r>
        </a:p>
      </dsp:txBody>
      <dsp:txXfrm>
        <a:off x="1456538" y="341973"/>
        <a:ext cx="2381404" cy="701166"/>
      </dsp:txXfrm>
    </dsp:sp>
    <dsp:sp modelId="{83C2874D-A5D6-4276-9C7E-7AE1D3AD0EDB}">
      <dsp:nvSpPr>
        <dsp:cNvPr id="0" name=""/>
        <dsp:cNvSpPr/>
      </dsp:nvSpPr>
      <dsp:spPr>
        <a:xfrm>
          <a:off x="420098" y="208977"/>
          <a:ext cx="876458" cy="876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25D47-A8A6-4E30-AD2A-65D4846982B3}">
      <dsp:nvSpPr>
        <dsp:cNvPr id="0" name=""/>
        <dsp:cNvSpPr/>
      </dsp:nvSpPr>
      <dsp:spPr>
        <a:xfrm>
          <a:off x="1655541" y="1464042"/>
          <a:ext cx="2824098" cy="704448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6551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-</a:t>
          </a:r>
          <a:r>
            <a:rPr lang="it-IT" sz="1800" b="1" kern="1200">
              <a:latin typeface="Calibri "/>
            </a:rPr>
            <a:t>Mesh</a:t>
          </a:r>
          <a:r>
            <a:rPr lang="it-IT" sz="1800" b="1" kern="1200"/>
            <a:t> </a:t>
          </a:r>
          <a:r>
            <a:rPr lang="it-IT" sz="1800" b="1" kern="1200" err="1"/>
            <a:t>optimization</a:t>
          </a:r>
          <a:endParaRPr lang="it-IT" sz="1800" b="1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-</a:t>
          </a:r>
          <a:r>
            <a:rPr lang="it-IT" sz="1800" b="1" kern="1200" err="1">
              <a:latin typeface="Calibri "/>
            </a:rPr>
            <a:t>Resonance</a:t>
          </a:r>
          <a:endParaRPr lang="it-IT" sz="1800" b="1" kern="1200">
            <a:latin typeface="Calibri "/>
          </a:endParaRPr>
        </a:p>
      </dsp:txBody>
      <dsp:txXfrm>
        <a:off x="1655541" y="1464042"/>
        <a:ext cx="2824098" cy="704448"/>
      </dsp:txXfrm>
    </dsp:sp>
    <dsp:sp modelId="{BA93763B-6605-4063-B352-25BDE017431A}">
      <dsp:nvSpPr>
        <dsp:cNvPr id="0" name=""/>
        <dsp:cNvSpPr/>
      </dsp:nvSpPr>
      <dsp:spPr>
        <a:xfrm>
          <a:off x="1153248" y="259094"/>
          <a:ext cx="829260" cy="8515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1D08A-D6F8-45C7-816F-095D0AB39FEB}">
      <dsp:nvSpPr>
        <dsp:cNvPr id="0" name=""/>
        <dsp:cNvSpPr/>
      </dsp:nvSpPr>
      <dsp:spPr>
        <a:xfrm>
          <a:off x="1418848" y="2439530"/>
          <a:ext cx="2359328" cy="698410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655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-</a:t>
          </a:r>
          <a:r>
            <a:rPr lang="it-IT" sz="1800" b="1" kern="1200" err="1"/>
            <a:t>Optimized</a:t>
          </a:r>
          <a:r>
            <a:rPr lang="it-IT" sz="1800" b="1" kern="1200"/>
            <a:t> patch</a:t>
          </a:r>
        </a:p>
      </dsp:txBody>
      <dsp:txXfrm>
        <a:off x="1418848" y="2439530"/>
        <a:ext cx="2359328" cy="698410"/>
      </dsp:txXfrm>
    </dsp:sp>
    <dsp:sp modelId="{A9C0BB1D-3079-44AA-9A92-46BA9741CE6B}">
      <dsp:nvSpPr>
        <dsp:cNvPr id="0" name=""/>
        <dsp:cNvSpPr/>
      </dsp:nvSpPr>
      <dsp:spPr>
        <a:xfrm>
          <a:off x="461301" y="1340373"/>
          <a:ext cx="876458" cy="876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290DB-E674-4FD5-A325-020A43C6C66A}">
      <dsp:nvSpPr>
        <dsp:cNvPr id="0" name=""/>
        <dsp:cNvSpPr/>
      </dsp:nvSpPr>
      <dsp:spPr>
        <a:xfrm>
          <a:off x="1601139" y="3447643"/>
          <a:ext cx="2497946" cy="701166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655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/>
            <a:t>-</a:t>
          </a:r>
          <a:r>
            <a:rPr lang="en-US" sz="1800" b="1" kern="1200"/>
            <a:t>Optimization of the top patch</a:t>
          </a:r>
          <a:endParaRPr lang="it-IT" sz="1800" b="1" kern="1200"/>
        </a:p>
      </dsp:txBody>
      <dsp:txXfrm>
        <a:off x="1601139" y="3447643"/>
        <a:ext cx="2497946" cy="701166"/>
      </dsp:txXfrm>
    </dsp:sp>
    <dsp:sp modelId="{CBC80729-74B9-470E-8F18-BE8E1E3E752E}">
      <dsp:nvSpPr>
        <dsp:cNvPr id="0" name=""/>
        <dsp:cNvSpPr/>
      </dsp:nvSpPr>
      <dsp:spPr>
        <a:xfrm>
          <a:off x="1261644" y="1358775"/>
          <a:ext cx="876458" cy="876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44A7C-E79E-480A-BD20-AA1D62A0315F}">
      <dsp:nvSpPr>
        <dsp:cNvPr id="0" name=""/>
        <dsp:cNvSpPr/>
      </dsp:nvSpPr>
      <dsp:spPr>
        <a:xfrm>
          <a:off x="912280" y="4393282"/>
          <a:ext cx="2252767" cy="687865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6551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-</a:t>
          </a:r>
          <a:r>
            <a:rPr lang="it-IT" sz="1800" b="1" kern="1200"/>
            <a:t>Array </a:t>
          </a:r>
          <a:r>
            <a:rPr lang="it-IT" sz="1800" b="1" kern="1200" err="1"/>
            <a:t>synthesis</a:t>
          </a:r>
          <a:r>
            <a:rPr lang="it-IT" sz="1800" b="1" kern="1200"/>
            <a:t>  </a:t>
          </a:r>
        </a:p>
      </dsp:txBody>
      <dsp:txXfrm>
        <a:off x="912280" y="4393282"/>
        <a:ext cx="2252767" cy="687865"/>
      </dsp:txXfrm>
    </dsp:sp>
    <dsp:sp modelId="{CCA434E1-CC71-478F-8790-DF54278EFBC6}">
      <dsp:nvSpPr>
        <dsp:cNvPr id="0" name=""/>
        <dsp:cNvSpPr/>
      </dsp:nvSpPr>
      <dsp:spPr>
        <a:xfrm>
          <a:off x="1022777" y="2321491"/>
          <a:ext cx="876458" cy="8764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CFD3E-CF88-44D6-9F1F-201D91BAFE46}">
      <dsp:nvSpPr>
        <dsp:cNvPr id="0" name=""/>
        <dsp:cNvSpPr/>
      </dsp:nvSpPr>
      <dsp:spPr>
        <a:xfrm>
          <a:off x="2980332" y="-811334"/>
          <a:ext cx="6308333" cy="6308333"/>
        </a:xfrm>
        <a:prstGeom prst="blockArc">
          <a:avLst>
            <a:gd name="adj1" fmla="val 8100000"/>
            <a:gd name="adj2" fmla="val 13500000"/>
            <a:gd name="adj3" fmla="val 342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F126E-C281-4E6E-9BD2-79AD8284BF3B}">
      <dsp:nvSpPr>
        <dsp:cNvPr id="0" name=""/>
        <dsp:cNvSpPr/>
      </dsp:nvSpPr>
      <dsp:spPr>
        <a:xfrm>
          <a:off x="112615" y="572635"/>
          <a:ext cx="3133127" cy="728995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743849" bIns="5334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b="1" kern="1200"/>
            <a:t>-</a:t>
          </a:r>
          <a:r>
            <a:rPr lang="it-IT" sz="2100" b="1" kern="1200" err="1"/>
            <a:t>Interpretation</a:t>
          </a:r>
          <a:r>
            <a:rPr lang="it-IT" sz="2100" b="1" kern="1200"/>
            <a:t> of </a:t>
          </a:r>
          <a:r>
            <a:rPr lang="it-IT" sz="2100" b="1" kern="1200" err="1"/>
            <a:t>results</a:t>
          </a:r>
          <a:endParaRPr lang="it-IT" sz="2100" b="1" kern="1200"/>
        </a:p>
      </dsp:txBody>
      <dsp:txXfrm>
        <a:off x="112615" y="572635"/>
        <a:ext cx="3133127" cy="728995"/>
      </dsp:txXfrm>
    </dsp:sp>
    <dsp:sp modelId="{DF3FDB4A-0784-4AA3-8CE8-9BD1D0233F2B}">
      <dsp:nvSpPr>
        <dsp:cNvPr id="0" name=""/>
        <dsp:cNvSpPr/>
      </dsp:nvSpPr>
      <dsp:spPr>
        <a:xfrm>
          <a:off x="2911216" y="509150"/>
          <a:ext cx="859491" cy="8559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9CA59-4259-40E7-87D3-9E721328C853}">
      <dsp:nvSpPr>
        <dsp:cNvPr id="0" name=""/>
        <dsp:cNvSpPr/>
      </dsp:nvSpPr>
      <dsp:spPr>
        <a:xfrm>
          <a:off x="234163" y="2030340"/>
          <a:ext cx="2549382" cy="624983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743849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i="0" kern="1200"/>
            <a:t>-</a:t>
          </a:r>
          <a:r>
            <a:rPr lang="it-IT" sz="1800" b="1" i="0" kern="1200" err="1"/>
            <a:t>Calculation</a:t>
          </a:r>
          <a:r>
            <a:rPr lang="it-IT" sz="1800" b="1" i="0" kern="1200"/>
            <a:t> speed</a:t>
          </a:r>
        </a:p>
      </dsp:txBody>
      <dsp:txXfrm>
        <a:off x="234163" y="2030340"/>
        <a:ext cx="2549382" cy="624983"/>
      </dsp:txXfrm>
    </dsp:sp>
    <dsp:sp modelId="{F2692416-F5F0-4BB9-B057-269D672ED231}">
      <dsp:nvSpPr>
        <dsp:cNvPr id="0" name=""/>
        <dsp:cNvSpPr/>
      </dsp:nvSpPr>
      <dsp:spPr>
        <a:xfrm>
          <a:off x="2575360" y="1910831"/>
          <a:ext cx="849909" cy="8640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B7F4B-6233-4DE0-9B87-938B8B7242C5}">
      <dsp:nvSpPr>
        <dsp:cNvPr id="0" name=""/>
        <dsp:cNvSpPr/>
      </dsp:nvSpPr>
      <dsp:spPr>
        <a:xfrm>
          <a:off x="719482" y="3454740"/>
          <a:ext cx="2356309" cy="678671"/>
        </a:xfrm>
        <a:prstGeom prst="rect">
          <a:avLst/>
        </a:prstGeom>
        <a:solidFill>
          <a:srgbClr val="169C9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743849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/>
            <a:t>-Learning from </a:t>
          </a:r>
          <a:r>
            <a:rPr lang="it-IT" sz="2000" b="1" kern="1200" err="1"/>
            <a:t>experience</a:t>
          </a:r>
          <a:endParaRPr lang="it-IT" sz="2000" b="1" kern="1200"/>
        </a:p>
      </dsp:txBody>
      <dsp:txXfrm>
        <a:off x="719482" y="3454740"/>
        <a:ext cx="2356309" cy="678671"/>
      </dsp:txXfrm>
    </dsp:sp>
    <dsp:sp modelId="{EC18B887-E4D8-4549-B2F0-A4F677FD1398}">
      <dsp:nvSpPr>
        <dsp:cNvPr id="0" name=""/>
        <dsp:cNvSpPr/>
      </dsp:nvSpPr>
      <dsp:spPr>
        <a:xfrm>
          <a:off x="2842044" y="3292991"/>
          <a:ext cx="997835" cy="9110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DEC10-4F4C-4B03-AC9C-BBCF3E82F6EB}">
      <dsp:nvSpPr>
        <dsp:cNvPr id="0" name=""/>
        <dsp:cNvSpPr/>
      </dsp:nvSpPr>
      <dsp:spPr>
        <a:xfrm>
          <a:off x="939953" y="202167"/>
          <a:ext cx="3682846" cy="724555"/>
        </a:xfrm>
        <a:prstGeom prst="roundRect">
          <a:avLst/>
        </a:prstGeom>
        <a:solidFill>
          <a:srgbClr val="CFD5E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>
              <a:solidFill>
                <a:schemeClr val="tx1"/>
              </a:solidFill>
              <a:latin typeface="Calibri"/>
              <a:ea typeface="Calibri"/>
              <a:cs typeface="Calibri"/>
            </a:rPr>
            <a:t>Comparison of Results</a:t>
          </a:r>
        </a:p>
      </dsp:txBody>
      <dsp:txXfrm>
        <a:off x="975323" y="237537"/>
        <a:ext cx="3612106" cy="6538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D756A-765B-4A48-8E2C-E8210BD57F5C}">
      <dsp:nvSpPr>
        <dsp:cNvPr id="0" name=""/>
        <dsp:cNvSpPr/>
      </dsp:nvSpPr>
      <dsp:spPr>
        <a:xfrm>
          <a:off x="0" y="540606"/>
          <a:ext cx="6367912" cy="203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221" tIns="708152" rIns="494221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>
              <a:latin typeface="Calibri"/>
              <a:ea typeface="Calibri"/>
              <a:cs typeface="Calibri"/>
            </a:rPr>
            <a:t>Speed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400" kern="1200">
              <a:latin typeface="Calibri"/>
              <a:ea typeface="Calibri"/>
              <a:cs typeface="Calibri"/>
            </a:rPr>
            <a:t>Interactivity</a:t>
          </a:r>
          <a:endParaRPr lang="en-US" sz="3400" kern="1200">
            <a:latin typeface="Calibri"/>
            <a:ea typeface="Calibri"/>
            <a:cs typeface="Calibri"/>
          </a:endParaRPr>
        </a:p>
      </dsp:txBody>
      <dsp:txXfrm>
        <a:off x="0" y="540606"/>
        <a:ext cx="6367912" cy="2034900"/>
      </dsp:txXfrm>
    </dsp:sp>
    <dsp:sp modelId="{D518CB7D-0DD6-4B58-BBCB-5240751E0B84}">
      <dsp:nvSpPr>
        <dsp:cNvPr id="0" name=""/>
        <dsp:cNvSpPr/>
      </dsp:nvSpPr>
      <dsp:spPr>
        <a:xfrm>
          <a:off x="318395" y="38766"/>
          <a:ext cx="4457539" cy="1003680"/>
        </a:xfrm>
        <a:prstGeom prst="roundRect">
          <a:avLst/>
        </a:prstGeom>
        <a:solidFill>
          <a:srgbClr val="3E485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84" tIns="0" rIns="168484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b="0" kern="1200">
              <a:latin typeface="Calibri"/>
              <a:ea typeface="Calibri"/>
              <a:cs typeface="Calibri"/>
            </a:rPr>
            <a:t>Pros</a:t>
          </a:r>
          <a:endParaRPr lang="en-US" sz="3400" b="0" kern="1200">
            <a:latin typeface="Calibri"/>
            <a:ea typeface="Calibri"/>
            <a:cs typeface="Calibri"/>
          </a:endParaRPr>
        </a:p>
      </dsp:txBody>
      <dsp:txXfrm>
        <a:off x="367391" y="87762"/>
        <a:ext cx="4359547" cy="905688"/>
      </dsp:txXfrm>
    </dsp:sp>
    <dsp:sp modelId="{158BAF61-6619-41DF-978A-1F5AB953E659}">
      <dsp:nvSpPr>
        <dsp:cNvPr id="0" name=""/>
        <dsp:cNvSpPr/>
      </dsp:nvSpPr>
      <dsp:spPr>
        <a:xfrm>
          <a:off x="0" y="3260946"/>
          <a:ext cx="6367912" cy="3105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221" tIns="708152" rIns="494221" bIns="241808" numCol="1" spcCol="1270" anchor="t" anchorCtr="0">
          <a:noAutofit/>
        </a:bodyPr>
        <a:lstStyle/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400" kern="1200">
              <a:latin typeface="Calibri"/>
              <a:ea typeface="Calibri"/>
              <a:cs typeface="Calibri"/>
            </a:rPr>
            <a:t>Unreliable scientific data</a:t>
          </a:r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400" kern="1200">
              <a:latin typeface="Calibri"/>
              <a:ea typeface="Calibri"/>
              <a:cs typeface="Calibri"/>
            </a:rPr>
            <a:t>Unreliable planning</a:t>
          </a:r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400" kern="1200">
              <a:latin typeface="Calibri"/>
              <a:ea typeface="Calibri"/>
              <a:cs typeface="Calibri"/>
            </a:rPr>
            <a:t>Incorrect MATLAB codes</a:t>
          </a:r>
          <a:endParaRPr lang="it-IT" sz="3400" kern="1200" err="1">
            <a:latin typeface="Calibri"/>
            <a:ea typeface="Calibri"/>
            <a:cs typeface="Calibri"/>
          </a:endParaRPr>
        </a:p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400" b="0" kern="1200">
              <a:latin typeface="Calibri"/>
              <a:ea typeface="Calibri"/>
              <a:cs typeface="Calibri"/>
            </a:rPr>
            <a:t>Overaccomodating attitude</a:t>
          </a:r>
        </a:p>
      </dsp:txBody>
      <dsp:txXfrm>
        <a:off x="0" y="3260946"/>
        <a:ext cx="6367912" cy="3105900"/>
      </dsp:txXfrm>
    </dsp:sp>
    <dsp:sp modelId="{2949DFA2-DF81-4582-B919-9A89C7C4B785}">
      <dsp:nvSpPr>
        <dsp:cNvPr id="0" name=""/>
        <dsp:cNvSpPr/>
      </dsp:nvSpPr>
      <dsp:spPr>
        <a:xfrm>
          <a:off x="318395" y="2759106"/>
          <a:ext cx="4457539" cy="1003680"/>
        </a:xfrm>
        <a:prstGeom prst="roundRect">
          <a:avLst/>
        </a:prstGeom>
        <a:solidFill>
          <a:srgbClr val="3E485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84" tIns="0" rIns="168484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b="0" kern="1200">
              <a:latin typeface="Calibri"/>
              <a:ea typeface="Calibri"/>
              <a:cs typeface="Calibri"/>
            </a:rPr>
            <a:t>Cons</a:t>
          </a:r>
          <a:endParaRPr lang="en-US" sz="3400" b="0" kern="1200">
            <a:latin typeface="Calibri"/>
            <a:ea typeface="Calibri"/>
            <a:cs typeface="Calibri"/>
          </a:endParaRPr>
        </a:p>
      </dsp:txBody>
      <dsp:txXfrm>
        <a:off x="367391" y="2808102"/>
        <a:ext cx="4359547" cy="905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02989-A763-42C1-B942-81F2EBE5981F}" type="datetimeFigureOut">
              <a:rPr lang="it-IT" smtClean="0"/>
              <a:t>28/01/2025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11DD3-A43D-4F9D-B70D-0744FBA79F6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63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73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90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77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89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16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00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00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99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87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66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62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4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5.svg"/><Relationship Id="rId4" Type="http://schemas.openxmlformats.org/officeDocument/2006/relationships/diagramData" Target="../diagrams/data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9.jpe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11" Type="http://schemas.openxmlformats.org/officeDocument/2006/relationships/image" Target="../media/image5.svg"/><Relationship Id="rId5" Type="http://schemas.openxmlformats.org/officeDocument/2006/relationships/diagramData" Target="../diagrams/data3.xml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4.png"/><Relationship Id="rId21" Type="http://schemas.openxmlformats.org/officeDocument/2006/relationships/image" Target="../media/image21.svg"/><Relationship Id="rId34" Type="http://schemas.openxmlformats.org/officeDocument/2006/relationships/image" Target="../media/image33.svg"/><Relationship Id="rId7" Type="http://schemas.openxmlformats.org/officeDocument/2006/relationships/diagramData" Target="../diagrams/data5.xml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diagramData" Target="../diagrams/data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24" Type="http://schemas.openxmlformats.org/officeDocument/2006/relationships/image" Target="../media/image24.pn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5.svg"/><Relationship Id="rId5" Type="http://schemas.openxmlformats.org/officeDocument/2006/relationships/diagramColors" Target="../diagrams/colors4.xml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36" Type="http://schemas.openxmlformats.org/officeDocument/2006/relationships/image" Target="../media/image35.svg"/><Relationship Id="rId10" Type="http://schemas.openxmlformats.org/officeDocument/2006/relationships/diagramColors" Target="../diagrams/colors5.xml"/><Relationship Id="rId19" Type="http://schemas.openxmlformats.org/officeDocument/2006/relationships/image" Target="../media/image19.svg"/><Relationship Id="rId31" Type="http://schemas.openxmlformats.org/officeDocument/2006/relationships/image" Target="../media/image30.png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svg"/><Relationship Id="rId30" Type="http://schemas.openxmlformats.org/officeDocument/2006/relationships/image" Target="../media/image3.jpeg"/><Relationship Id="rId35" Type="http://schemas.openxmlformats.org/officeDocument/2006/relationships/image" Target="../media/image34.png"/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9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10" Type="http://schemas.openxmlformats.org/officeDocument/2006/relationships/image" Target="../media/image5.svg"/><Relationship Id="rId4" Type="http://schemas.openxmlformats.org/officeDocument/2006/relationships/diagramData" Target="../diagrams/data6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7.xml"/><Relationship Id="rId7" Type="http://schemas.openxmlformats.org/officeDocument/2006/relationships/image" Target="../media/image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4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Relationship Id="rId1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0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14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5976" y="2130090"/>
            <a:ext cx="457824" cy="445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16">
            <a:extLst>
              <a:ext uri="{FF2B5EF4-FFF2-40B4-BE49-F238E27FC236}">
                <a16:creationId xmlns:a16="http://schemas.microsoft.com/office/drawing/2014/main" id="{11156773-3FB3-46D9-9F87-82128740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3872" y="3116072"/>
            <a:ext cx="4378128" cy="3741928"/>
          </a:xfrm>
          <a:custGeom>
            <a:avLst/>
            <a:gdLst>
              <a:gd name="connsiteX0" fmla="*/ 2605183 w 4378128"/>
              <a:gd name="connsiteY0" fmla="*/ 0 h 3741928"/>
              <a:gd name="connsiteX1" fmla="*/ 4262321 w 4378128"/>
              <a:gd name="connsiteY1" fmla="*/ 594897 h 3741928"/>
              <a:gd name="connsiteX2" fmla="*/ 4378128 w 4378128"/>
              <a:gd name="connsiteY2" fmla="*/ 700149 h 3741928"/>
              <a:gd name="connsiteX3" fmla="*/ 4378128 w 4378128"/>
              <a:gd name="connsiteY3" fmla="*/ 3741928 h 3741928"/>
              <a:gd name="connsiteX4" fmla="*/ 263831 w 4378128"/>
              <a:gd name="connsiteY4" fmla="*/ 3741928 h 3741928"/>
              <a:gd name="connsiteX5" fmla="*/ 204729 w 4378128"/>
              <a:gd name="connsiteY5" fmla="*/ 3619238 h 3741928"/>
              <a:gd name="connsiteX6" fmla="*/ 0 w 4378128"/>
              <a:gd name="connsiteY6" fmla="*/ 2605183 h 3741928"/>
              <a:gd name="connsiteX7" fmla="*/ 2605183 w 4378128"/>
              <a:gd name="connsiteY7" fmla="*/ 0 h 374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128" h="3741928">
                <a:moveTo>
                  <a:pt x="2605183" y="0"/>
                </a:moveTo>
                <a:cubicBezTo>
                  <a:pt x="3234659" y="0"/>
                  <a:pt x="3811992" y="223253"/>
                  <a:pt x="4262321" y="594897"/>
                </a:cubicBezTo>
                <a:lnTo>
                  <a:pt x="4378128" y="700149"/>
                </a:lnTo>
                <a:lnTo>
                  <a:pt x="4378128" y="3741928"/>
                </a:lnTo>
                <a:lnTo>
                  <a:pt x="263831" y="3741928"/>
                </a:lnTo>
                <a:lnTo>
                  <a:pt x="204729" y="3619238"/>
                </a:lnTo>
                <a:cubicBezTo>
                  <a:pt x="72899" y="3307558"/>
                  <a:pt x="0" y="2964884"/>
                  <a:pt x="0" y="2605183"/>
                </a:cubicBezTo>
                <a:cubicBezTo>
                  <a:pt x="0" y="1166380"/>
                  <a:pt x="1166380" y="0"/>
                  <a:pt x="2605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EA24D0-C854-4AA8-B8FD-D252660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731" y="1"/>
            <a:ext cx="4208478" cy="3678281"/>
          </a:xfrm>
          <a:custGeom>
            <a:avLst/>
            <a:gdLst>
              <a:gd name="connsiteX0" fmla="*/ 711074 w 4208478"/>
              <a:gd name="connsiteY0" fmla="*/ 0 h 3678281"/>
              <a:gd name="connsiteX1" fmla="*/ 3497404 w 4208478"/>
              <a:gd name="connsiteY1" fmla="*/ 0 h 3678281"/>
              <a:gd name="connsiteX2" fmla="*/ 3592161 w 4208478"/>
              <a:gd name="connsiteY2" fmla="*/ 86120 h 3678281"/>
              <a:gd name="connsiteX3" fmla="*/ 4208478 w 4208478"/>
              <a:gd name="connsiteY3" fmla="*/ 1574042 h 3678281"/>
              <a:gd name="connsiteX4" fmla="*/ 2104239 w 4208478"/>
              <a:gd name="connsiteY4" fmla="*/ 3678281 h 3678281"/>
              <a:gd name="connsiteX5" fmla="*/ 0 w 4208478"/>
              <a:gd name="connsiteY5" fmla="*/ 1574042 h 3678281"/>
              <a:gd name="connsiteX6" fmla="*/ 616318 w 4208478"/>
              <a:gd name="connsiteY6" fmla="*/ 86120 h 367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8478" h="3678281">
                <a:moveTo>
                  <a:pt x="711074" y="0"/>
                </a:moveTo>
                <a:lnTo>
                  <a:pt x="3497404" y="0"/>
                </a:lnTo>
                <a:lnTo>
                  <a:pt x="3592161" y="86120"/>
                </a:lnTo>
                <a:cubicBezTo>
                  <a:pt x="3972953" y="466913"/>
                  <a:pt x="4208478" y="992973"/>
                  <a:pt x="4208478" y="1574042"/>
                </a:cubicBezTo>
                <a:cubicBezTo>
                  <a:pt x="4208478" y="2736181"/>
                  <a:pt x="3266378" y="3678281"/>
                  <a:pt x="2104239" y="3678281"/>
                </a:cubicBezTo>
                <a:cubicBezTo>
                  <a:pt x="942100" y="3678281"/>
                  <a:pt x="0" y="2736181"/>
                  <a:pt x="0" y="1574042"/>
                </a:cubicBezTo>
                <a:cubicBezTo>
                  <a:pt x="0" y="992973"/>
                  <a:pt x="235525" y="466913"/>
                  <a:pt x="616318" y="86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Elemento grafico 5" descr="Brainstorming di gruppo con riempimento a tinta unita">
            <a:extLst>
              <a:ext uri="{FF2B5EF4-FFF2-40B4-BE49-F238E27FC236}">
                <a16:creationId xmlns:a16="http://schemas.microsoft.com/office/drawing/2014/main" id="{6740420F-7F1D-B19A-A74E-CDD3FF1B2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286" y="270180"/>
            <a:ext cx="2709367" cy="2709367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sp>
        <p:nvSpPr>
          <p:cNvPr id="21" name="Arc 12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solidFill>
            <a:srgbClr val="169C9A"/>
          </a:solidFill>
          <a:ln w="127000" cap="rnd">
            <a:solidFill>
              <a:schemeClr val="bg1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magine 3" descr="Minsk, Belarus - 03-27-2023. OpenAI and ChatGPT logo. artifical chatbot ...">
            <a:extLst>
              <a:ext uri="{FF2B5EF4-FFF2-40B4-BE49-F238E27FC236}">
                <a16:creationId xmlns:a16="http://schemas.microsoft.com/office/drawing/2014/main" id="{ADC426FE-643B-2F28-4789-7ED252D02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285" y="3884066"/>
            <a:ext cx="2567230" cy="2567230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6F78B95-D5A7-AE7D-E451-C6C6CBCD0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85" y="1015934"/>
            <a:ext cx="5064664" cy="3119120"/>
          </a:xfrm>
        </p:spPr>
        <p:txBody>
          <a:bodyPr>
            <a:noAutofit/>
          </a:bodyPr>
          <a:lstStyle/>
          <a:p>
            <a:r>
              <a:rPr lang="en-US" sz="4400" b="1">
                <a:cs typeface="Arial"/>
              </a:rPr>
              <a:t>Linear array of stacked patch antennas for intelligent food shelves</a:t>
            </a:r>
            <a:endParaRPr lang="it-IT" sz="4400" b="1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EB823FC-30C4-3485-41C3-BD0A2E9D82F9}"/>
              </a:ext>
            </a:extLst>
          </p:cNvPr>
          <p:cNvSpPr/>
          <p:nvPr/>
        </p:nvSpPr>
        <p:spPr>
          <a:xfrm>
            <a:off x="-315424" y="5137200"/>
            <a:ext cx="3871423" cy="17678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/>
              <a:t>Wireless </a:t>
            </a:r>
            <a:r>
              <a:rPr lang="it-IT" b="1" err="1"/>
              <a:t>Electromagnetic</a:t>
            </a:r>
            <a:r>
              <a:rPr lang="it-IT" b="1"/>
              <a:t> Technologies</a:t>
            </a:r>
          </a:p>
          <a:p>
            <a:pPr algn="ctr"/>
            <a:r>
              <a:rPr lang="it-IT" b="1"/>
              <a:t>Aa 2024/2025</a:t>
            </a:r>
          </a:p>
          <a:p>
            <a:pPr algn="ctr"/>
            <a:r>
              <a:rPr lang="it-IT" b="1" err="1"/>
              <a:t>S.Gialloreto</a:t>
            </a:r>
            <a:r>
              <a:rPr lang="it-IT" b="1"/>
              <a:t>, </a:t>
            </a:r>
            <a:r>
              <a:rPr lang="it-IT" b="1" err="1"/>
              <a:t>V.Luzi</a:t>
            </a:r>
            <a:r>
              <a:rPr lang="it-IT" b="1"/>
              <a:t>, </a:t>
            </a:r>
            <a:r>
              <a:rPr lang="it-IT" b="1" err="1"/>
              <a:t>M.Barracu</a:t>
            </a:r>
            <a:endParaRPr lang="it-IT" b="1"/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B063BCB4-EE5A-8948-354B-AC8E9F8162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9508" y="273182"/>
            <a:ext cx="1413090" cy="10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91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55">
            <a:extLst>
              <a:ext uri="{FF2B5EF4-FFF2-40B4-BE49-F238E27FC236}">
                <a16:creationId xmlns:a16="http://schemas.microsoft.com/office/drawing/2014/main" id="{0C08EDA0-D5F6-4481-BBA8-966D95EC4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57" name="Color">
              <a:extLst>
                <a:ext uri="{FF2B5EF4-FFF2-40B4-BE49-F238E27FC236}">
                  <a16:creationId xmlns:a16="http://schemas.microsoft.com/office/drawing/2014/main" id="{CC23B4B4-906F-45F7-A1BD-F1DBF97EB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Color">
              <a:extLst>
                <a:ext uri="{FF2B5EF4-FFF2-40B4-BE49-F238E27FC236}">
                  <a16:creationId xmlns:a16="http://schemas.microsoft.com/office/drawing/2014/main" id="{4CD72A2D-5584-4CC0-828C-F46BC4260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rgbClr val="169C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Immagine 4" descr="Premium Vector | Machine learning vector illustration style">
            <a:extLst>
              <a:ext uri="{FF2B5EF4-FFF2-40B4-BE49-F238E27FC236}">
                <a16:creationId xmlns:a16="http://schemas.microsoft.com/office/drawing/2014/main" id="{2DE4D7AA-55B7-58CE-8491-29AF8BD94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62"/>
          <a:stretch/>
        </p:blipFill>
        <p:spPr>
          <a:xfrm>
            <a:off x="6837687" y="1065276"/>
            <a:ext cx="4730214" cy="4727448"/>
          </a:xfrm>
          <a:prstGeom prst="rect">
            <a:avLst/>
          </a:prstGeom>
          <a:noFill/>
        </p:spPr>
      </p:pic>
      <p:grpSp>
        <p:nvGrpSpPr>
          <p:cNvPr id="72" name="Group 59">
            <a:extLst>
              <a:ext uri="{FF2B5EF4-FFF2-40B4-BE49-F238E27FC236}">
                <a16:creationId xmlns:a16="http://schemas.microsoft.com/office/drawing/2014/main" id="{ED1D4DBC-180F-4364-A77A-427818EEA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979919B-BEE8-434A-89DF-BE8E28142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61">
              <a:extLst>
                <a:ext uri="{FF2B5EF4-FFF2-40B4-BE49-F238E27FC236}">
                  <a16:creationId xmlns:a16="http://schemas.microsoft.com/office/drawing/2014/main" id="{F9CD2586-0E0D-473F-B583-24719041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0BAE38B-57E3-40D2-B225-F815D1C8D5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F0F9843-D824-455E-9174-8418FDCE5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6B526B7-0747-48BB-BDD0-E9E358F098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E5E2A43-EBD9-4E2B-8167-6EFCC3646E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EE56EB6-9B75-4BB0-A6E5-071CDEFC2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8F228BDC-B50D-94C5-ACC7-BE79925E8F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1436630"/>
              </p:ext>
            </p:extLst>
          </p:nvPr>
        </p:nvGraphicFramePr>
        <p:xfrm>
          <a:off x="775340" y="3500549"/>
          <a:ext cx="5692953" cy="2651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6" name="Elemento grafico 25">
            <a:extLst>
              <a:ext uri="{FF2B5EF4-FFF2-40B4-BE49-F238E27FC236}">
                <a16:creationId xmlns:a16="http://schemas.microsoft.com/office/drawing/2014/main" id="{F0264A6C-F8D8-5DD9-15AE-B33926B1F5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61" y="286097"/>
            <a:ext cx="1413090" cy="10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59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schizzo, diagramma, disegno, Pian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8BE6ED59-BF29-8D6D-22AE-DA1D9153A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6248" t="846" r="7543" b="13297"/>
          <a:stretch/>
        </p:blipFill>
        <p:spPr>
          <a:xfrm>
            <a:off x="4144230" y="1009189"/>
            <a:ext cx="7830345" cy="4378888"/>
          </a:xfrm>
          <a:prstGeom prst="rect">
            <a:avLst/>
          </a:prstGeom>
        </p:spPr>
      </p:pic>
      <p:graphicFrame>
        <p:nvGraphicFramePr>
          <p:cNvPr id="91" name="Diagramma 90">
            <a:extLst>
              <a:ext uri="{FF2B5EF4-FFF2-40B4-BE49-F238E27FC236}">
                <a16:creationId xmlns:a16="http://schemas.microsoft.com/office/drawing/2014/main" id="{FC35BA26-CE63-5B61-711C-71C7A3DF5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2907734"/>
              </p:ext>
            </p:extLst>
          </p:nvPr>
        </p:nvGraphicFramePr>
        <p:xfrm>
          <a:off x="2306238" y="5639283"/>
          <a:ext cx="7616708" cy="1049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1" name="Titolo 1">
            <a:extLst>
              <a:ext uri="{FF2B5EF4-FFF2-40B4-BE49-F238E27FC236}">
                <a16:creationId xmlns:a16="http://schemas.microsoft.com/office/drawing/2014/main" id="{4BA84369-5BD3-BF2F-EBA3-9F4167DAD52B}"/>
              </a:ext>
            </a:extLst>
          </p:cNvPr>
          <p:cNvSpPr>
            <a:spLocks noGrp="1"/>
          </p:cNvSpPr>
          <p:nvPr/>
        </p:nvSpPr>
        <p:spPr>
          <a:xfrm>
            <a:off x="2052319" y="274498"/>
            <a:ext cx="9922255" cy="734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10036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it-IT" sz="430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Application </a:t>
            </a:r>
            <a:r>
              <a:rPr lang="it-IT" sz="4300" err="1">
                <a:solidFill>
                  <a:schemeClr val="tx1"/>
                </a:solidFill>
                <a:latin typeface="Calibri"/>
                <a:ea typeface="Calibri"/>
                <a:cs typeface="Arial"/>
              </a:rPr>
              <a:t>context</a:t>
            </a:r>
            <a:endParaRPr lang="it-IT" sz="4300">
              <a:solidFill>
                <a:schemeClr val="tx1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98D1132-133A-B00E-EC87-4C2C07F92B1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169C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7A57CD2-BDBB-1312-FBD5-E3D88105B737}"/>
              </a:ext>
            </a:extLst>
          </p:cNvPr>
          <p:cNvSpPr txBox="1"/>
          <p:nvPr/>
        </p:nvSpPr>
        <p:spPr>
          <a:xfrm>
            <a:off x="427868" y="2171678"/>
            <a:ext cx="3937686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Arial"/>
              </a:rPr>
              <a:t>Objective</a:t>
            </a:r>
            <a:br>
              <a:rPr lang="en-US" sz="2400">
                <a:latin typeface="Calibri"/>
                <a:cs typeface="Arial"/>
              </a:rPr>
            </a:br>
            <a:r>
              <a:rPr lang="en-US" sz="2400">
                <a:latin typeface="Calibri"/>
                <a:ea typeface="Calibri"/>
                <a:cs typeface="Arial"/>
              </a:rPr>
              <a:t>Food sustainability</a:t>
            </a:r>
            <a:endParaRPr lang="it-IT" sz="2400">
              <a:latin typeface="Calibri"/>
              <a:ea typeface="Calibri"/>
              <a:cs typeface="Arial"/>
            </a:endParaRPr>
          </a:p>
          <a:p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Arial"/>
              </a:rPr>
              <a:t>Measured property</a:t>
            </a:r>
            <a:br>
              <a:rPr lang="en-US" sz="2400">
                <a:latin typeface="Calibri"/>
                <a:cs typeface="Arial"/>
              </a:rPr>
            </a:br>
            <a:r>
              <a:rPr lang="en-US" sz="2400" b="1" err="1">
                <a:latin typeface="Calibri"/>
                <a:ea typeface="Calibri"/>
                <a:cs typeface="Arial"/>
              </a:rPr>
              <a:t>ɛr</a:t>
            </a:r>
            <a:r>
              <a:rPr lang="en-US" sz="2400">
                <a:latin typeface="Calibri"/>
                <a:ea typeface="Calibri"/>
                <a:cs typeface="Arial"/>
              </a:rPr>
              <a:t> as an index of deterioration</a:t>
            </a:r>
          </a:p>
        </p:txBody>
      </p:sp>
      <p:pic>
        <p:nvPicPr>
          <p:cNvPr id="78" name="Elemento grafico 77">
            <a:extLst>
              <a:ext uri="{FF2B5EF4-FFF2-40B4-BE49-F238E27FC236}">
                <a16:creationId xmlns:a16="http://schemas.microsoft.com/office/drawing/2014/main" id="{2A2036A2-9115-8E47-0F38-9D02E2424F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135" y="273182"/>
            <a:ext cx="1413090" cy="10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11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1" grpId="0">
        <p:bldAsOne/>
      </p:bldGraphic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DD6EE5ED-6B4E-693F-3D7E-0BDDEC3F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915" y="145148"/>
            <a:ext cx="7344085" cy="571866"/>
          </a:xfrm>
        </p:spPr>
        <p:txBody>
          <a:bodyPr>
            <a:noAutofit/>
          </a:bodyPr>
          <a:lstStyle/>
          <a:p>
            <a:pPr algn="ctr"/>
            <a:r>
              <a:rPr lang="it-IT" sz="4300" b="1">
                <a:latin typeface="Calibri"/>
                <a:ea typeface="Calibri"/>
                <a:cs typeface="Arial"/>
              </a:rPr>
              <a:t>Manual </a:t>
            </a:r>
            <a:r>
              <a:rPr lang="it-IT" sz="4300" b="1" err="1">
                <a:latin typeface="Calibri"/>
                <a:ea typeface="Calibri"/>
                <a:cs typeface="Arial"/>
              </a:rPr>
              <a:t>Implementation</a:t>
            </a:r>
            <a:endParaRPr lang="it-IT" sz="4300" b="1">
              <a:latin typeface="Calibri"/>
              <a:ea typeface="Calibri"/>
              <a:cs typeface="Arial"/>
            </a:endParaRPr>
          </a:p>
        </p:txBody>
      </p:sp>
      <p:pic>
        <p:nvPicPr>
          <p:cNvPr id="9" name="Immagine 8" descr="Immagine che contiene schermata, diagramma, design&#10;&#10;Descrizione generata automaticamente">
            <a:extLst>
              <a:ext uri="{FF2B5EF4-FFF2-40B4-BE49-F238E27FC236}">
                <a16:creationId xmlns:a16="http://schemas.microsoft.com/office/drawing/2014/main" id="{062F02FB-00D0-8A51-8793-1D249DD1F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6" r="16370" b="21767"/>
          <a:stretch/>
        </p:blipFill>
        <p:spPr>
          <a:xfrm>
            <a:off x="7603688" y="1056640"/>
            <a:ext cx="2787030" cy="1582399"/>
          </a:xfrm>
          <a:prstGeom prst="rect">
            <a:avLst/>
          </a:prstGeom>
        </p:spPr>
      </p:pic>
      <p:pic>
        <p:nvPicPr>
          <p:cNvPr id="11" name="Immagine 10" descr="Immagine che contiene schermata, diagramma, design&#10;&#10;Descrizione generata automaticamente">
            <a:extLst>
              <a:ext uri="{FF2B5EF4-FFF2-40B4-BE49-F238E27FC236}">
                <a16:creationId xmlns:a16="http://schemas.microsoft.com/office/drawing/2014/main" id="{99B7EA3B-8E3F-9300-021E-6E5B3A646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4" r="16478" b="23090"/>
          <a:stretch/>
        </p:blipFill>
        <p:spPr>
          <a:xfrm>
            <a:off x="7665315" y="2981572"/>
            <a:ext cx="2787030" cy="159933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26AA45A-2A40-635A-ECC0-B233296C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90" r="971" b="34904"/>
          <a:stretch/>
        </p:blipFill>
        <p:spPr>
          <a:xfrm>
            <a:off x="7271032" y="4923443"/>
            <a:ext cx="4750629" cy="1419107"/>
          </a:xfrm>
          <a:prstGeom prst="rect">
            <a:avLst/>
          </a:prstGeom>
        </p:spPr>
      </p:pic>
      <p:graphicFrame>
        <p:nvGraphicFramePr>
          <p:cNvPr id="21" name="Diagramma 20">
            <a:extLst>
              <a:ext uri="{FF2B5EF4-FFF2-40B4-BE49-F238E27FC236}">
                <a16:creationId xmlns:a16="http://schemas.microsoft.com/office/drawing/2014/main" id="{E477E144-9F4A-18D7-7DC0-E91F7E7AB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346065"/>
              </p:ext>
            </p:extLst>
          </p:nvPr>
        </p:nvGraphicFramePr>
        <p:xfrm>
          <a:off x="128429" y="1225003"/>
          <a:ext cx="7837011" cy="5226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673722B5-4B7B-CD9F-DC7E-FD91D74D86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2322" y="144029"/>
            <a:ext cx="1271023" cy="9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32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C7DD920B-3D23-A0EC-19C0-383DD4AAB18C}"/>
              </a:ext>
            </a:extLst>
          </p:cNvPr>
          <p:cNvSpPr/>
          <p:nvPr/>
        </p:nvSpPr>
        <p:spPr>
          <a:xfrm>
            <a:off x="10822780" y="-119063"/>
            <a:ext cx="2750343" cy="7548561"/>
          </a:xfrm>
          <a:prstGeom prst="rect">
            <a:avLst/>
          </a:prstGeom>
          <a:solidFill>
            <a:srgbClr val="169C9A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5D7076-C4DD-FCE3-B4CA-925F81B7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9363" y="206549"/>
            <a:ext cx="10741152" cy="1132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1" kern="1200">
                <a:latin typeface="+mj-lt"/>
                <a:ea typeface="+mj-ea"/>
                <a:cs typeface="+mj-cs"/>
              </a:rPr>
              <a:t> </a:t>
            </a:r>
            <a:r>
              <a:rPr lang="en-US" sz="4300" b="1">
                <a:latin typeface="Calibri"/>
                <a:ea typeface="Calibri"/>
                <a:cs typeface="Arial"/>
              </a:rPr>
              <a:t>Interaction with AI</a:t>
            </a:r>
            <a:endParaRPr lang="it-IT" sz="4300" b="1">
              <a:latin typeface="Calibri"/>
              <a:ea typeface="Calibri"/>
              <a:cs typeface="Arial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BC38A9-CCE0-BB6C-0271-EB0E33FC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700893-7D82-0083-F362-71B58EFD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88" name="Immagine 87" descr="Immagine che contiene schermata, Elementi grafici, cerchio, logo&#10;&#10;Il contenuto generato dall&amp;#39;intelligenza artificiale potrebbe non essere corretto.">
            <a:extLst>
              <a:ext uri="{FF2B5EF4-FFF2-40B4-BE49-F238E27FC236}">
                <a16:creationId xmlns:a16="http://schemas.microsoft.com/office/drawing/2014/main" id="{A5D35ECF-62CB-3D2D-F2E7-AB8AEEB6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67" y="1243632"/>
            <a:ext cx="9791700" cy="5324475"/>
          </a:xfrm>
          <a:prstGeom prst="rect">
            <a:avLst/>
          </a:prstGeom>
        </p:spPr>
      </p:pic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CEC6220D-333D-7DE9-77C8-DD62F23D8CB1}"/>
              </a:ext>
            </a:extLst>
          </p:cNvPr>
          <p:cNvSpPr txBox="1"/>
          <p:nvPr/>
        </p:nvSpPr>
        <p:spPr>
          <a:xfrm>
            <a:off x="9191688" y="5655793"/>
            <a:ext cx="16285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err="1"/>
              <a:t>Guidelines</a:t>
            </a:r>
            <a:endParaRPr lang="it-IT" b="1"/>
          </a:p>
        </p:txBody>
      </p: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89C82AE9-9AE2-6286-5F0F-E416A83EF367}"/>
              </a:ext>
            </a:extLst>
          </p:cNvPr>
          <p:cNvSpPr txBox="1"/>
          <p:nvPr/>
        </p:nvSpPr>
        <p:spPr>
          <a:xfrm>
            <a:off x="7474695" y="4435746"/>
            <a:ext cx="40249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err="1"/>
              <a:t>Parameters</a:t>
            </a:r>
            <a:endParaRPr lang="it-IT" b="1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4BF46D99-9359-61B2-106C-2A9FEF964FD4}"/>
              </a:ext>
            </a:extLst>
          </p:cNvPr>
          <p:cNvSpPr txBox="1"/>
          <p:nvPr/>
        </p:nvSpPr>
        <p:spPr>
          <a:xfrm>
            <a:off x="9191575" y="3058405"/>
            <a:ext cx="2139189" cy="372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/>
              <a:t>Coding</a:t>
            </a:r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ECA77C1B-B7D2-6703-3DD6-85A002BCADAE}"/>
              </a:ext>
            </a:extLst>
          </p:cNvPr>
          <p:cNvSpPr txBox="1"/>
          <p:nvPr/>
        </p:nvSpPr>
        <p:spPr>
          <a:xfrm>
            <a:off x="7477466" y="1841165"/>
            <a:ext cx="17112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err="1"/>
              <a:t>Research</a:t>
            </a:r>
            <a:endParaRPr lang="it-IT" b="1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6BA43F00-E7A7-1183-293D-63D8C5CF5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9" y="208606"/>
            <a:ext cx="1413090" cy="10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3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0DB1B-94A5-4D39-5B86-E2B100F9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14BD5368-CA03-EA7F-F35B-DA6EED4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326" y="108713"/>
            <a:ext cx="2762303" cy="741680"/>
          </a:xfrm>
        </p:spPr>
        <p:txBody>
          <a:bodyPr>
            <a:noAutofit/>
          </a:bodyPr>
          <a:lstStyle/>
          <a:p>
            <a:pPr algn="r"/>
            <a:r>
              <a:rPr lang="it-IT" sz="4300" b="1">
                <a:latin typeface="Calibri"/>
                <a:ea typeface="Calibri"/>
                <a:cs typeface="Arial"/>
              </a:rPr>
              <a:t>Workflow</a:t>
            </a:r>
          </a:p>
        </p:txBody>
      </p:sp>
      <p:graphicFrame>
        <p:nvGraphicFramePr>
          <p:cNvPr id="19" name="Diagramma 18">
            <a:extLst>
              <a:ext uri="{FF2B5EF4-FFF2-40B4-BE49-F238E27FC236}">
                <a16:creationId xmlns:a16="http://schemas.microsoft.com/office/drawing/2014/main" id="{9DAB73BA-B12E-05B5-16E3-15F70D3FDFBC}"/>
              </a:ext>
            </a:extLst>
          </p:cNvPr>
          <p:cNvGraphicFramePr/>
          <p:nvPr/>
        </p:nvGraphicFramePr>
        <p:xfrm>
          <a:off x="-369277" y="1320800"/>
          <a:ext cx="5433646" cy="5607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0" name="Diagramma 19">
            <a:extLst>
              <a:ext uri="{FF2B5EF4-FFF2-40B4-BE49-F238E27FC236}">
                <a16:creationId xmlns:a16="http://schemas.microsoft.com/office/drawing/2014/main" id="{63F6E1DB-0FA3-8FCC-A718-0838C09E8737}"/>
              </a:ext>
            </a:extLst>
          </p:cNvPr>
          <p:cNvGraphicFramePr/>
          <p:nvPr/>
        </p:nvGraphicFramePr>
        <p:xfrm>
          <a:off x="8309534" y="1573648"/>
          <a:ext cx="4038600" cy="4685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2" name="Elemento grafico 21" descr="Distribuzione normale con riempimento a tinta unita">
            <a:extLst>
              <a:ext uri="{FF2B5EF4-FFF2-40B4-BE49-F238E27FC236}">
                <a16:creationId xmlns:a16="http://schemas.microsoft.com/office/drawing/2014/main" id="{44D8537C-D785-7A8C-6DDE-F2A37AB847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21807" r="7844" b="21153"/>
          <a:stretch/>
        </p:blipFill>
        <p:spPr>
          <a:xfrm flipV="1">
            <a:off x="889378" y="1766536"/>
            <a:ext cx="653738" cy="732699"/>
          </a:xfrm>
          <a:prstGeom prst="rect">
            <a:avLst/>
          </a:prstGeom>
        </p:spPr>
      </p:pic>
      <p:pic>
        <p:nvPicPr>
          <p:cNvPr id="26" name="Elemento grafico 25" descr="Squadra con riempimento a tinta unita">
            <a:extLst>
              <a:ext uri="{FF2B5EF4-FFF2-40B4-BE49-F238E27FC236}">
                <a16:creationId xmlns:a16="http://schemas.microsoft.com/office/drawing/2014/main" id="{859F7ECA-D808-D4E8-44A7-DFB5AF68D8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8643" y="1651592"/>
            <a:ext cx="530697" cy="530697"/>
          </a:xfrm>
          <a:prstGeom prst="rect">
            <a:avLst/>
          </a:prstGeom>
        </p:spPr>
      </p:pic>
      <p:pic>
        <p:nvPicPr>
          <p:cNvPr id="34" name="Elemento grafico 33" descr="Ingranaggi con riempimento a tinta unita">
            <a:extLst>
              <a:ext uri="{FF2B5EF4-FFF2-40B4-BE49-F238E27FC236}">
                <a16:creationId xmlns:a16="http://schemas.microsoft.com/office/drawing/2014/main" id="{B224CD85-3688-C60B-4594-BFEB296581E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6506" y="3722897"/>
            <a:ext cx="710806" cy="710806"/>
          </a:xfrm>
          <a:prstGeom prst="rect">
            <a:avLst/>
          </a:prstGeom>
        </p:spPr>
      </p:pic>
      <p:pic>
        <p:nvPicPr>
          <p:cNvPr id="42" name="Elemento grafico 41" descr="Forma piramidale con riempimento a tinta unita">
            <a:extLst>
              <a:ext uri="{FF2B5EF4-FFF2-40B4-BE49-F238E27FC236}">
                <a16:creationId xmlns:a16="http://schemas.microsoft.com/office/drawing/2014/main" id="{1FD28269-1A14-F81C-11D2-8F7C554D37B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96159" y="2736450"/>
            <a:ext cx="693659" cy="693659"/>
          </a:xfrm>
          <a:prstGeom prst="rect">
            <a:avLst/>
          </a:prstGeom>
        </p:spPr>
      </p:pic>
      <p:pic>
        <p:nvPicPr>
          <p:cNvPr id="46" name="Elemento grafico 45" descr="Bilancia con riempimento a tinta unita">
            <a:extLst>
              <a:ext uri="{FF2B5EF4-FFF2-40B4-BE49-F238E27FC236}">
                <a16:creationId xmlns:a16="http://schemas.microsoft.com/office/drawing/2014/main" id="{F54EB787-1197-1897-CF5B-29D9E2ADA7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b="27204"/>
          <a:stretch/>
        </p:blipFill>
        <p:spPr>
          <a:xfrm>
            <a:off x="881914" y="2703174"/>
            <a:ext cx="898919" cy="654382"/>
          </a:xfrm>
          <a:prstGeom prst="rect">
            <a:avLst/>
          </a:prstGeom>
        </p:spPr>
      </p:pic>
      <p:sp>
        <p:nvSpPr>
          <p:cNvPr id="59" name="Ovale 58">
            <a:extLst>
              <a:ext uri="{FF2B5EF4-FFF2-40B4-BE49-F238E27FC236}">
                <a16:creationId xmlns:a16="http://schemas.microsoft.com/office/drawing/2014/main" id="{2FFFA10F-A5FE-8A28-AC72-742D6648AB59}"/>
              </a:ext>
            </a:extLst>
          </p:cNvPr>
          <p:cNvSpPr/>
          <p:nvPr/>
        </p:nvSpPr>
        <p:spPr>
          <a:xfrm>
            <a:off x="42588" y="4609600"/>
            <a:ext cx="837573" cy="83757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/>
          </a:p>
        </p:txBody>
      </p:sp>
      <p:sp>
        <p:nvSpPr>
          <p:cNvPr id="62" name="Ovale 61">
            <a:extLst>
              <a:ext uri="{FF2B5EF4-FFF2-40B4-BE49-F238E27FC236}">
                <a16:creationId xmlns:a16="http://schemas.microsoft.com/office/drawing/2014/main" id="{6526141A-C5DD-7212-EDE3-39022679F3FA}"/>
              </a:ext>
            </a:extLst>
          </p:cNvPr>
          <p:cNvSpPr/>
          <p:nvPr/>
        </p:nvSpPr>
        <p:spPr>
          <a:xfrm>
            <a:off x="712249" y="4648015"/>
            <a:ext cx="837573" cy="83757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/>
          </a:p>
        </p:txBody>
      </p:sp>
      <p:pic>
        <p:nvPicPr>
          <p:cNvPr id="44" name="Elemento grafico 43" descr="Righello con riempimento a tinta unita">
            <a:extLst>
              <a:ext uri="{FF2B5EF4-FFF2-40B4-BE49-F238E27FC236}">
                <a16:creationId xmlns:a16="http://schemas.microsoft.com/office/drawing/2014/main" id="{A952AB66-2D65-6DE6-6AFD-764F0E8B5EA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9280" y="4746292"/>
            <a:ext cx="564191" cy="564191"/>
          </a:xfrm>
          <a:prstGeom prst="rect">
            <a:avLst/>
          </a:prstGeom>
        </p:spPr>
      </p:pic>
      <p:pic>
        <p:nvPicPr>
          <p:cNvPr id="63" name="Elemento grafico 62" descr="Bilancia con riempimento a tinta unita">
            <a:extLst>
              <a:ext uri="{FF2B5EF4-FFF2-40B4-BE49-F238E27FC236}">
                <a16:creationId xmlns:a16="http://schemas.microsoft.com/office/drawing/2014/main" id="{3403ED4E-3F12-E8FD-DADC-81E9FBD8D0E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b="27204"/>
          <a:stretch/>
        </p:blipFill>
        <p:spPr>
          <a:xfrm>
            <a:off x="673836" y="4637931"/>
            <a:ext cx="914400" cy="665652"/>
          </a:xfrm>
          <a:prstGeom prst="rect">
            <a:avLst/>
          </a:prstGeom>
        </p:spPr>
      </p:pic>
      <p:sp>
        <p:nvSpPr>
          <p:cNvPr id="64" name="Ovale 63">
            <a:extLst>
              <a:ext uri="{FF2B5EF4-FFF2-40B4-BE49-F238E27FC236}">
                <a16:creationId xmlns:a16="http://schemas.microsoft.com/office/drawing/2014/main" id="{13F616CF-EB83-5192-11B2-DC41A0F8754F}"/>
              </a:ext>
            </a:extLst>
          </p:cNvPr>
          <p:cNvSpPr/>
          <p:nvPr/>
        </p:nvSpPr>
        <p:spPr>
          <a:xfrm>
            <a:off x="204648" y="5661515"/>
            <a:ext cx="837573" cy="83757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/>
          </a:p>
        </p:txBody>
      </p:sp>
      <p:pic>
        <p:nvPicPr>
          <p:cNvPr id="38" name="Elemento grafico 37" descr="Matematica con riempimento a tinta unita">
            <a:extLst>
              <a:ext uri="{FF2B5EF4-FFF2-40B4-BE49-F238E27FC236}">
                <a16:creationId xmlns:a16="http://schemas.microsoft.com/office/drawing/2014/main" id="{160CD0BD-3173-2D56-1307-CC63CF19105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982960" y="3603990"/>
            <a:ext cx="639189" cy="639189"/>
          </a:xfrm>
          <a:prstGeom prst="rect">
            <a:avLst/>
          </a:prstGeom>
        </p:spPr>
      </p:pic>
      <p:pic>
        <p:nvPicPr>
          <p:cNvPr id="66" name="Elemento grafico 65" descr="Indietro con riempimento a tinta unita">
            <a:extLst>
              <a:ext uri="{FF2B5EF4-FFF2-40B4-BE49-F238E27FC236}">
                <a16:creationId xmlns:a16="http://schemas.microsoft.com/office/drawing/2014/main" id="{1FFD78FD-C37A-FE22-66E3-59F2D1E57E4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0053358">
            <a:off x="3477049" y="120974"/>
            <a:ext cx="985349" cy="790150"/>
          </a:xfrm>
          <a:prstGeom prst="rect">
            <a:avLst/>
          </a:prstGeom>
        </p:spPr>
      </p:pic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D61428C0-C1A6-6615-AB18-2B75A8ABF57C}"/>
              </a:ext>
            </a:extLst>
          </p:cNvPr>
          <p:cNvSpPr txBox="1"/>
          <p:nvPr/>
        </p:nvSpPr>
        <p:spPr>
          <a:xfrm>
            <a:off x="1212310" y="774007"/>
            <a:ext cx="1796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err="1"/>
              <a:t>Analogies</a:t>
            </a:r>
            <a:endParaRPr lang="it-IT" sz="3200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95DF3E53-6BEC-3F20-64A6-10AEA262B15F}"/>
              </a:ext>
            </a:extLst>
          </p:cNvPr>
          <p:cNvSpPr/>
          <p:nvPr/>
        </p:nvSpPr>
        <p:spPr>
          <a:xfrm>
            <a:off x="4949914" y="930157"/>
            <a:ext cx="969796" cy="9453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6CD01846-CA38-D253-7D9E-C9A0B724DBBC}"/>
              </a:ext>
            </a:extLst>
          </p:cNvPr>
          <p:cNvSpPr/>
          <p:nvPr/>
        </p:nvSpPr>
        <p:spPr>
          <a:xfrm>
            <a:off x="6243035" y="908954"/>
            <a:ext cx="969796" cy="9453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it-IT"/>
          </a:p>
        </p:txBody>
      </p:sp>
      <p:pic>
        <p:nvPicPr>
          <p:cNvPr id="71" name="Elemento grafico 70" descr="Utenti con riempimento a tinta unita">
            <a:extLst>
              <a:ext uri="{FF2B5EF4-FFF2-40B4-BE49-F238E27FC236}">
                <a16:creationId xmlns:a16="http://schemas.microsoft.com/office/drawing/2014/main" id="{6F9B5928-6118-347B-52CF-BA53DBCCCB1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94201" y="1066567"/>
            <a:ext cx="672487" cy="672487"/>
          </a:xfrm>
          <a:prstGeom prst="rect">
            <a:avLst/>
          </a:prstGeom>
        </p:spPr>
      </p:pic>
      <p:pic>
        <p:nvPicPr>
          <p:cNvPr id="72" name="Immagine 71" descr="Minsk, Belarus - 03-27-2023. OpenAI and ChatGPT logo. artifical chatbot ...">
            <a:extLst>
              <a:ext uri="{FF2B5EF4-FFF2-40B4-BE49-F238E27FC236}">
                <a16:creationId xmlns:a16="http://schemas.microsoft.com/office/drawing/2014/main" id="{8AE858ED-38C7-C622-1845-B97431533F4A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17716" t="8450" r="20949" b="28337"/>
          <a:stretch/>
        </p:blipFill>
        <p:spPr>
          <a:xfrm>
            <a:off x="6429156" y="1086063"/>
            <a:ext cx="597554" cy="615857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pic>
        <p:nvPicPr>
          <p:cNvPr id="76" name="Elemento grafico 75" descr="Indietro con riempimento a tinta unita">
            <a:extLst>
              <a:ext uri="{FF2B5EF4-FFF2-40B4-BE49-F238E27FC236}">
                <a16:creationId xmlns:a16="http://schemas.microsoft.com/office/drawing/2014/main" id="{775987A0-5C4B-0430-D070-83F64E03D4F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1500000">
            <a:off x="7890893" y="172541"/>
            <a:ext cx="1081930" cy="777780"/>
          </a:xfrm>
          <a:prstGeom prst="rect">
            <a:avLst/>
          </a:prstGeom>
        </p:spPr>
      </p:pic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1CFFA8A5-56DF-6D13-641A-C7864DB6D8BF}"/>
              </a:ext>
            </a:extLst>
          </p:cNvPr>
          <p:cNvSpPr txBox="1"/>
          <p:nvPr/>
        </p:nvSpPr>
        <p:spPr>
          <a:xfrm>
            <a:off x="9380283" y="847639"/>
            <a:ext cx="2134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err="1"/>
              <a:t>Differences</a:t>
            </a:r>
            <a:endParaRPr lang="it-IT" sz="3200"/>
          </a:p>
        </p:txBody>
      </p:sp>
      <p:pic>
        <p:nvPicPr>
          <p:cNvPr id="3" name="Elemento grafico 2" descr="Appunti mischiati con riempimento a tinta unita">
            <a:extLst>
              <a:ext uri="{FF2B5EF4-FFF2-40B4-BE49-F238E27FC236}">
                <a16:creationId xmlns:a16="http://schemas.microsoft.com/office/drawing/2014/main" id="{675C5C2A-6CE7-8BE6-8DB0-20AB92D06C5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310086" y="2128395"/>
            <a:ext cx="741680" cy="741680"/>
          </a:xfrm>
          <a:prstGeom prst="rect">
            <a:avLst/>
          </a:prstGeom>
        </p:spPr>
      </p:pic>
      <p:pic>
        <p:nvPicPr>
          <p:cNvPr id="4" name="Elemento grafico 3" descr="Router wireless con riempimento a tinta unita">
            <a:extLst>
              <a:ext uri="{FF2B5EF4-FFF2-40B4-BE49-F238E27FC236}">
                <a16:creationId xmlns:a16="http://schemas.microsoft.com/office/drawing/2014/main" id="{8BC41048-DB7A-93CA-270A-095626673DD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06622" y="5626585"/>
            <a:ext cx="837573" cy="837573"/>
          </a:xfrm>
          <a:prstGeom prst="rect">
            <a:avLst/>
          </a:prstGeom>
        </p:spPr>
      </p:pic>
      <p:pic>
        <p:nvPicPr>
          <p:cNvPr id="57" name="Elemento grafico 56" descr="Lampadina e ingranaggio con riempimento a tinta unita">
            <a:extLst>
              <a:ext uri="{FF2B5EF4-FFF2-40B4-BE49-F238E27FC236}">
                <a16:creationId xmlns:a16="http://schemas.microsoft.com/office/drawing/2014/main" id="{35A16897-6672-406C-693A-0F5B6155BB0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223726" y="4853283"/>
            <a:ext cx="914400" cy="914400"/>
          </a:xfrm>
          <a:prstGeom prst="rect">
            <a:avLst/>
          </a:prstGeom>
        </p:spPr>
      </p:pic>
      <p:pic>
        <p:nvPicPr>
          <p:cNvPr id="58" name="Elemento grafico 57">
            <a:extLst>
              <a:ext uri="{FF2B5EF4-FFF2-40B4-BE49-F238E27FC236}">
                <a16:creationId xmlns:a16="http://schemas.microsoft.com/office/drawing/2014/main" id="{4929EE29-08AD-1C11-DBEA-1FD9CDBF92D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70" y="40708"/>
            <a:ext cx="1219361" cy="9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14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9" grpId="0">
        <p:bldAsOne/>
      </p:bldGraphic>
      <p:bldGraphic spid="20" grpId="0">
        <p:bldAsOne/>
      </p:bldGraphic>
      <p:bldP spid="59" grpId="0" animBg="1"/>
      <p:bldP spid="62" grpId="0" animBg="1"/>
      <p:bldP spid="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E3F05E3-55A7-E2BD-28AC-1EB0EEEB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3BAAF4-D4AF-C9FE-3D31-99988AAF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63851FEB-E832-C54C-41DD-34FA4D10E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86476"/>
              </p:ext>
            </p:extLst>
          </p:nvPr>
        </p:nvGraphicFramePr>
        <p:xfrm>
          <a:off x="597189" y="1425198"/>
          <a:ext cx="5689601" cy="456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700408888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771893564"/>
                    </a:ext>
                  </a:extLst>
                </a:gridCol>
                <a:gridCol w="1566851">
                  <a:extLst>
                    <a:ext uri="{9D8B030D-6E8A-4147-A177-3AD203B41FA5}">
                      <a16:colId xmlns:a16="http://schemas.microsoft.com/office/drawing/2014/main" val="1524982463"/>
                    </a:ext>
                  </a:extLst>
                </a:gridCol>
                <a:gridCol w="1562430">
                  <a:extLst>
                    <a:ext uri="{9D8B030D-6E8A-4147-A177-3AD203B41FA5}">
                      <a16:colId xmlns:a16="http://schemas.microsoft.com/office/drawing/2014/main" val="2545126223"/>
                    </a:ext>
                  </a:extLst>
                </a:gridCol>
              </a:tblGrid>
              <a:tr h="68140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Parameter</a:t>
                      </a:r>
                      <a:endParaRPr lang="it-IT" err="1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Manual value</a:t>
                      </a:r>
                      <a:endParaRPr lang="it-IT" err="1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AI value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21081"/>
                  </a:ext>
                </a:extLst>
              </a:tr>
              <a:tr h="460896">
                <a:tc rowSpan="3">
                  <a:txBody>
                    <a:bodyPr/>
                    <a:lstStyle/>
                    <a:p>
                      <a:endParaRPr lang="it-IT"/>
                    </a:p>
                    <a:p>
                      <a:endParaRPr lang="it-IT" b="1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it-IT" b="1">
                          <a:solidFill>
                            <a:schemeClr val="bg1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u="none">
                          <a:latin typeface="Calibri"/>
                        </a:rPr>
                        <a:t>S11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-16dB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atin typeface="Calibri"/>
                        </a:rPr>
                        <a:t>-9dB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0501653"/>
                  </a:ext>
                </a:extLst>
              </a:tr>
              <a:tr h="681407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u="none">
                          <a:latin typeface="Calibri"/>
                        </a:rPr>
                        <a:t>Impedence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X=8</a:t>
                      </a:r>
                      <a:r>
                        <a:rPr lang="el-GR">
                          <a:latin typeface="Calibri"/>
                        </a:rPr>
                        <a:t>Ω</a:t>
                      </a:r>
                      <a:r>
                        <a:rPr lang="it-IT">
                          <a:latin typeface="Calibri"/>
                        </a:rPr>
                        <a:t>,   R=40</a:t>
                      </a:r>
                      <a:r>
                        <a:rPr lang="el-GR">
                          <a:latin typeface="Calibri"/>
                        </a:rPr>
                        <a:t>Ω</a:t>
                      </a:r>
                      <a:endParaRPr lang="it-IT">
                        <a:latin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atin typeface="Calibri"/>
                        </a:rPr>
                        <a:t>X=25</a:t>
                      </a:r>
                      <a:r>
                        <a:rPr lang="el-GR" b="1">
                          <a:latin typeface="Calibri"/>
                        </a:rPr>
                        <a:t>Ω</a:t>
                      </a:r>
                      <a:r>
                        <a:rPr lang="it-IT" b="1">
                          <a:latin typeface="Calibri"/>
                        </a:rPr>
                        <a:t>, </a:t>
                      </a:r>
                    </a:p>
                    <a:p>
                      <a:r>
                        <a:rPr lang="it-IT" b="1">
                          <a:latin typeface="Calibri"/>
                        </a:rPr>
                        <a:t>R=4</a:t>
                      </a:r>
                      <a:r>
                        <a:rPr lang="el-GR" b="1">
                          <a:latin typeface="Calibri"/>
                        </a:rPr>
                        <a:t>Ω</a:t>
                      </a:r>
                      <a:endParaRPr lang="it-IT" b="1">
                        <a:latin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5594558"/>
                  </a:ext>
                </a:extLst>
              </a:tr>
              <a:tr h="389376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BW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>
                          <a:latin typeface="Calibri"/>
                        </a:rPr>
                        <a:t>50MHz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b="1">
                          <a:latin typeface="Calibri"/>
                        </a:rPr>
                        <a:t>--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576656"/>
                  </a:ext>
                </a:extLst>
              </a:tr>
              <a:tr h="450893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 b="0">
                        <a:solidFill>
                          <a:schemeClr val="dk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it-IT" b="1" err="1">
                          <a:solidFill>
                            <a:schemeClr val="bg1"/>
                          </a:solidFill>
                        </a:rPr>
                        <a:t>Stacked</a:t>
                      </a:r>
                      <a:endParaRPr lang="it-IT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Dip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-10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b="1">
                          <a:latin typeface="Calibri"/>
                        </a:rPr>
                        <a:t>-3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14382759"/>
                  </a:ext>
                </a:extLst>
              </a:tr>
              <a:tr h="522545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BW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320MHz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b="1">
                          <a:latin typeface="Calibri"/>
                        </a:rPr>
                        <a:t>--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453215"/>
                  </a:ext>
                </a:extLst>
              </a:tr>
              <a:tr h="460892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/>
                    </a:p>
                    <a:p>
                      <a:pPr lvl="0" algn="ctr">
                        <a:buNone/>
                      </a:pPr>
                      <a:endParaRPr lang="it-IT" b="1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9C9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Gain</a:t>
                      </a:r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8,74dB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b="1">
                          <a:latin typeface="Calibri"/>
                        </a:rPr>
                        <a:t>2,90dB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79574669"/>
                  </a:ext>
                </a:extLst>
              </a:tr>
              <a:tr h="460892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/>
                        <a:t>Directivity</a:t>
                      </a:r>
                      <a:endParaRPr lang="it-IT" err="1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15dB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b="1">
                          <a:latin typeface="Calibri"/>
                        </a:rPr>
                        <a:t>10dB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25681398"/>
                  </a:ext>
                </a:extLst>
              </a:tr>
              <a:tr h="460892">
                <a:tc v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/>
                        <a:t>Efficiency</a:t>
                      </a:r>
                      <a:endParaRPr lang="it-IT" err="1"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>
                          <a:latin typeface="Calibri"/>
                        </a:rPr>
                        <a:t>60%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b="1">
                          <a:latin typeface="Calibri"/>
                        </a:rPr>
                        <a:t>29%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252844"/>
                  </a:ext>
                </a:extLst>
              </a:tr>
            </a:tbl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4380A3FA-E221-7EAB-CD91-43EF58D4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13"/>
          <a:stretch/>
        </p:blipFill>
        <p:spPr>
          <a:xfrm>
            <a:off x="7477760" y="172717"/>
            <a:ext cx="4013199" cy="309880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1EA407-2A5E-4BA4-AC01-860AE3DF7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104" y="3352800"/>
            <a:ext cx="4014855" cy="326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E2689AF7-9172-1A12-8BF3-9D5241520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0130440"/>
              </p:ext>
            </p:extLst>
          </p:nvPr>
        </p:nvGraphicFramePr>
        <p:xfrm>
          <a:off x="851189" y="172717"/>
          <a:ext cx="4622800" cy="95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AFEE144-953B-024F-5C31-4AC91A951F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69" y="169860"/>
            <a:ext cx="1413090" cy="10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73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rgbClr val="169C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FAD318DC-ABEE-1DB4-A557-7E9B08EA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38" y="774988"/>
            <a:ext cx="3603591" cy="5406357"/>
          </a:xfrm>
        </p:spPr>
        <p:txBody>
          <a:bodyPr anchor="ctr">
            <a:normAutofit/>
          </a:bodyPr>
          <a:lstStyle/>
          <a:p>
            <a:pPr algn="ctr"/>
            <a:r>
              <a:rPr lang="it-IT" sz="4800" b="1" err="1">
                <a:solidFill>
                  <a:schemeClr val="bg1"/>
                </a:solidFill>
              </a:rPr>
              <a:t>Pros</a:t>
            </a:r>
            <a:r>
              <a:rPr lang="it-IT" sz="4800" b="1">
                <a:solidFill>
                  <a:schemeClr val="bg1"/>
                </a:solidFill>
              </a:rPr>
              <a:t> and cons of AI</a:t>
            </a:r>
            <a:endParaRPr lang="it-IT" sz="48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A8728B-5F86-1B94-B94C-007697EC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040112" y="4032504"/>
            <a:ext cx="3657600" cy="6400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>
                <a:solidFill>
                  <a:schemeClr val="tx2"/>
                </a:solidFill>
              </a:rPr>
              <a:t>
              </a:t>
            </a:r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A95A1101-765A-7144-E5E8-68F1AE082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91031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9" name="Elemento grafico 28">
            <a:extLst>
              <a:ext uri="{FF2B5EF4-FFF2-40B4-BE49-F238E27FC236}">
                <a16:creationId xmlns:a16="http://schemas.microsoft.com/office/drawing/2014/main" id="{DCC0DEBA-B227-078F-7FB8-9838B42A9D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69" y="234436"/>
            <a:ext cx="1413090" cy="105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58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9D48BE-FABC-2BA2-EF51-B94A6C6F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06" y="1079500"/>
            <a:ext cx="10515600" cy="1325563"/>
          </a:xfrm>
        </p:spPr>
        <p:txBody>
          <a:bodyPr/>
          <a:lstStyle/>
          <a:p>
            <a:r>
              <a:rPr lang="it-IT" b="1" err="1">
                <a:ea typeface="Calibri Light"/>
                <a:cs typeface="Calibri Light"/>
              </a:rPr>
              <a:t>Conclusions</a:t>
            </a:r>
            <a:r>
              <a:rPr lang="it-IT">
                <a:ea typeface="Calibri Light"/>
                <a:cs typeface="Calibri Light"/>
              </a:rPr>
              <a:t> </a:t>
            </a:r>
            <a:br>
              <a:rPr lang="it-IT">
                <a:ea typeface="Calibri Light"/>
                <a:cs typeface="Calibri Light"/>
              </a:rPr>
            </a:b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B2CE13-1530-7EF2-96CB-B996FA993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06" y="2820185"/>
            <a:ext cx="4528017" cy="31232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3000" err="1">
                <a:ea typeface="+mn-lt"/>
                <a:cs typeface="+mn-lt"/>
              </a:rPr>
              <a:t>Currently</a:t>
            </a:r>
            <a:r>
              <a:rPr lang="it-IT" sz="3000">
                <a:ea typeface="+mn-lt"/>
                <a:cs typeface="+mn-lt"/>
              </a:rPr>
              <a:t>, AI must be </a:t>
            </a:r>
            <a:r>
              <a:rPr lang="it-IT" sz="3000" err="1">
                <a:ea typeface="+mn-lt"/>
                <a:cs typeface="+mn-lt"/>
              </a:rPr>
              <a:t>used</a:t>
            </a:r>
            <a:r>
              <a:rPr lang="it-IT" sz="3000">
                <a:ea typeface="+mn-lt"/>
                <a:cs typeface="+mn-lt"/>
              </a:rPr>
              <a:t> </a:t>
            </a:r>
            <a:r>
              <a:rPr lang="it-IT" sz="3000" err="1">
                <a:ea typeface="+mn-lt"/>
                <a:cs typeface="+mn-lt"/>
              </a:rPr>
              <a:t>critically</a:t>
            </a:r>
            <a:r>
              <a:rPr lang="it-IT" sz="3000">
                <a:ea typeface="+mn-lt"/>
                <a:cs typeface="+mn-lt"/>
              </a:rPr>
              <a:t> and </a:t>
            </a:r>
            <a:r>
              <a:rPr lang="it-IT" sz="3000" err="1">
                <a:ea typeface="+mn-lt"/>
                <a:cs typeface="+mn-lt"/>
              </a:rPr>
              <a:t>supported</a:t>
            </a:r>
            <a:r>
              <a:rPr lang="it-IT" sz="3000">
                <a:ea typeface="+mn-lt"/>
                <a:cs typeface="+mn-lt"/>
              </a:rPr>
              <a:t> by </a:t>
            </a:r>
            <a:r>
              <a:rPr lang="it-IT" sz="3000" err="1">
                <a:ea typeface="+mn-lt"/>
                <a:cs typeface="+mn-lt"/>
              </a:rPr>
              <a:t>prior</a:t>
            </a:r>
            <a:r>
              <a:rPr lang="it-IT" sz="3000">
                <a:ea typeface="+mn-lt"/>
                <a:cs typeface="+mn-lt"/>
              </a:rPr>
              <a:t> knowledge.</a:t>
            </a:r>
          </a:p>
          <a:p>
            <a:endParaRPr lang="it-IT"/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74FCA06B-2DC2-AD05-AFAC-68B419BB2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rgbClr val="3E48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43">
            <a:extLst>
              <a:ext uri="{FF2B5EF4-FFF2-40B4-BE49-F238E27FC236}">
                <a16:creationId xmlns:a16="http://schemas.microsoft.com/office/drawing/2014/main" id="{F99EC7AE-3195-B39F-99E9-CD1DEFCA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DD4141EB-1565-6200-DE87-15921B2EE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rgbClr val="3E48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45">
              <a:extLst>
                <a:ext uri="{FF2B5EF4-FFF2-40B4-BE49-F238E27FC236}">
                  <a16:creationId xmlns:a16="http://schemas.microsoft.com/office/drawing/2014/main" id="{B47A4198-FC36-5A96-4B46-227CFC874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rgbClr val="3E48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49">
            <a:extLst>
              <a:ext uri="{FF2B5EF4-FFF2-40B4-BE49-F238E27FC236}">
                <a16:creationId xmlns:a16="http://schemas.microsoft.com/office/drawing/2014/main" id="{6CF4AF59-BFEF-448B-C39A-BA96FC6A2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FA787B0-615A-06D1-901F-86FF0919F10D}"/>
              </a:ext>
            </a:extLst>
          </p:cNvPr>
          <p:cNvSpPr/>
          <p:nvPr/>
        </p:nvSpPr>
        <p:spPr>
          <a:xfrm>
            <a:off x="6000344" y="629768"/>
            <a:ext cx="5949108" cy="22543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9912813-FC33-98DB-F2FB-95FDB09A5EE1}"/>
              </a:ext>
            </a:extLst>
          </p:cNvPr>
          <p:cNvSpPr/>
          <p:nvPr/>
        </p:nvSpPr>
        <p:spPr>
          <a:xfrm>
            <a:off x="6000344" y="3242735"/>
            <a:ext cx="5949108" cy="22543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Minsk, Belarus - 03-27-2023. OpenAI and ChatGPT logo. artifical chatbot ...">
            <a:extLst>
              <a:ext uri="{FF2B5EF4-FFF2-40B4-BE49-F238E27FC236}">
                <a16:creationId xmlns:a16="http://schemas.microsoft.com/office/drawing/2014/main" id="{8DA3E730-95A3-2725-723E-2A620354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07" t="6502" r="15342" b="28473"/>
          <a:stretch/>
        </p:blipFill>
        <p:spPr>
          <a:xfrm>
            <a:off x="6045209" y="1074698"/>
            <a:ext cx="1406543" cy="1330284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pic>
        <p:nvPicPr>
          <p:cNvPr id="16" name="Elemento grafico 15" descr="Aggiungere con riempimento a tinta unita">
            <a:extLst>
              <a:ext uri="{FF2B5EF4-FFF2-40B4-BE49-F238E27FC236}">
                <a16:creationId xmlns:a16="http://schemas.microsoft.com/office/drawing/2014/main" id="{4187304F-D3E6-1BF5-E20E-2F661DB99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4930" y="1383287"/>
            <a:ext cx="754250" cy="754250"/>
          </a:xfrm>
          <a:prstGeom prst="rect">
            <a:avLst/>
          </a:prstGeom>
        </p:spPr>
      </p:pic>
      <p:pic>
        <p:nvPicPr>
          <p:cNvPr id="12" name="Elemento grafico 11" descr="Cervello in testa con riempimento a tinta unita">
            <a:extLst>
              <a:ext uri="{FF2B5EF4-FFF2-40B4-BE49-F238E27FC236}">
                <a16:creationId xmlns:a16="http://schemas.microsoft.com/office/drawing/2014/main" id="{CD84C9AB-47CC-7310-AA50-B3FDFE2CEA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0372" y="916782"/>
            <a:ext cx="1406543" cy="1488200"/>
          </a:xfrm>
          <a:prstGeom prst="rect">
            <a:avLst/>
          </a:prstGeom>
        </p:spPr>
      </p:pic>
      <p:pic>
        <p:nvPicPr>
          <p:cNvPr id="18" name="Elemento grafico 17" descr="Sospendi con riempimento a tinta unita">
            <a:extLst>
              <a:ext uri="{FF2B5EF4-FFF2-40B4-BE49-F238E27FC236}">
                <a16:creationId xmlns:a16="http://schemas.microsoft.com/office/drawing/2014/main" id="{D5128C38-9EBC-7F52-0362-2DA5C5A9A1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9808108" y="1581787"/>
            <a:ext cx="471457" cy="471457"/>
          </a:xfrm>
          <a:prstGeom prst="rect">
            <a:avLst/>
          </a:prstGeom>
        </p:spPr>
      </p:pic>
      <p:pic>
        <p:nvPicPr>
          <p:cNvPr id="20" name="Elemento grafico 19" descr="Segno di spunta con riempimento a tinta unita">
            <a:extLst>
              <a:ext uri="{FF2B5EF4-FFF2-40B4-BE49-F238E27FC236}">
                <a16:creationId xmlns:a16="http://schemas.microsoft.com/office/drawing/2014/main" id="{E950EF07-7B10-622F-0307-2E007027B1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64142" y="1226884"/>
            <a:ext cx="1064677" cy="1064677"/>
          </a:xfrm>
          <a:prstGeom prst="rect">
            <a:avLst/>
          </a:prstGeom>
        </p:spPr>
      </p:pic>
      <p:pic>
        <p:nvPicPr>
          <p:cNvPr id="22" name="Elemento grafico 21" descr="Chiudi con riempimento a tinta unita">
            <a:extLst>
              <a:ext uri="{FF2B5EF4-FFF2-40B4-BE49-F238E27FC236}">
                <a16:creationId xmlns:a16="http://schemas.microsoft.com/office/drawing/2014/main" id="{17D406B7-8C71-9CF9-7641-623982BA3D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64142" y="4032449"/>
            <a:ext cx="967344" cy="967344"/>
          </a:xfrm>
          <a:prstGeom prst="rect">
            <a:avLst/>
          </a:prstGeom>
        </p:spPr>
      </p:pic>
      <p:pic>
        <p:nvPicPr>
          <p:cNvPr id="24" name="Elemento grafico 23" descr="Sospendi con riempimento a tinta unita">
            <a:extLst>
              <a:ext uri="{FF2B5EF4-FFF2-40B4-BE49-F238E27FC236}">
                <a16:creationId xmlns:a16="http://schemas.microsoft.com/office/drawing/2014/main" id="{03984A5C-958B-AFB2-72A3-34CA85F3CF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9873343" y="4252424"/>
            <a:ext cx="494143" cy="494143"/>
          </a:xfrm>
          <a:prstGeom prst="rect">
            <a:avLst/>
          </a:prstGeom>
        </p:spPr>
      </p:pic>
      <p:pic>
        <p:nvPicPr>
          <p:cNvPr id="25" name="Immagine 24" descr="Minsk, Belarus - 03-27-2023. OpenAI and ChatGPT logo. artifical chatbot ...">
            <a:extLst>
              <a:ext uri="{FF2B5EF4-FFF2-40B4-BE49-F238E27FC236}">
                <a16:creationId xmlns:a16="http://schemas.microsoft.com/office/drawing/2014/main" id="{065AB1E4-6D82-2DE6-9E3C-0487AF362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07" t="6502" r="15342" b="28473"/>
          <a:stretch/>
        </p:blipFill>
        <p:spPr>
          <a:xfrm>
            <a:off x="7176812" y="3698447"/>
            <a:ext cx="1445088" cy="1366739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420518C-EEDD-67F2-75D9-D5F6A79EA0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006" y="30294"/>
            <a:ext cx="1094111" cy="88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49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9333A083-9704-B4CA-BD1B-416B4C84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915" y="1403570"/>
            <a:ext cx="9144000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6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lt"/>
                <a:cs typeface="+mj-lt"/>
              </a:rPr>
            </a:br>
            <a:r>
              <a:rPr lang="en-US" sz="6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lt"/>
                <a:cs typeface="+mj-lt"/>
              </a:rPr>
              <a:t>Thank you for your attention</a:t>
            </a:r>
            <a:endParaRPr lang="it-IT">
              <a:latin typeface="Calibri"/>
            </a:endParaRPr>
          </a:p>
          <a:p>
            <a:pPr algn="ctr"/>
            <a:endParaRPr lang="en-US" sz="64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Calibri Light"/>
              <a:cs typeface="Calibri Ligh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88E78FE7-8BF1-947F-192B-C6616FB7F133}"/>
              </a:ext>
            </a:extLst>
          </p:cNvPr>
          <p:cNvSpPr/>
          <p:nvPr/>
        </p:nvSpPr>
        <p:spPr>
          <a:xfrm>
            <a:off x="584637" y="6201264"/>
            <a:ext cx="11010899" cy="209550"/>
          </a:xfrm>
          <a:prstGeom prst="rect">
            <a:avLst/>
          </a:prstGeom>
          <a:solidFill>
            <a:srgbClr val="3E48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870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72FFD4-D33C-45CA-AF0E-39D733ACD649}">
  <we:reference id="4b785c87-866c-4bad-85d8-5d1ae467ac9a" version="3.15.0.0" store="EXCatalog" storeType="EXCatalog"/>
  <we:alternateReferences>
    <we:reference id="WA104381909" version="3.15.0.0" store="it-I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</vt:lpstr>
      <vt:lpstr>Calibri Light</vt:lpstr>
      <vt:lpstr>Office Theme</vt:lpstr>
      <vt:lpstr>Linear array of stacked patch antennas for intelligent food shelves</vt:lpstr>
      <vt:lpstr>Presentazione standard di PowerPoint</vt:lpstr>
      <vt:lpstr>Presentazione standard di PowerPoint</vt:lpstr>
      <vt:lpstr>Manual Implementation</vt:lpstr>
      <vt:lpstr> Interaction with AI</vt:lpstr>
      <vt:lpstr>Workflow</vt:lpstr>
      <vt:lpstr>Presentazione standard di PowerPoint</vt:lpstr>
      <vt:lpstr>Pros and cons of AI</vt:lpstr>
      <vt:lpstr>Conclusions  </vt:lpstr>
      <vt:lpstr> 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silvia gialloreto</dc:creator>
  <cp:lastModifiedBy>silvia gialloreto</cp:lastModifiedBy>
  <cp:revision>1</cp:revision>
  <dcterms:created xsi:type="dcterms:W3CDTF">2025-01-27T13:46:08Z</dcterms:created>
  <dcterms:modified xsi:type="dcterms:W3CDTF">2025-01-28T14:16:35Z</dcterms:modified>
</cp:coreProperties>
</file>